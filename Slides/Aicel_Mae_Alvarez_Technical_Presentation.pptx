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8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3E5DCC-6996-4D8B-A245-AC6B322A882B}" v="57" dt="2026-01-05T16:44:31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arez, Aicel" userId="ed41ae6e-235e-456a-8557-4808c356362a" providerId="ADAL" clId="{35418E11-0492-4030-8637-AB447CB60CA8}"/>
    <pc:docChg chg="undo redo custSel addSld delSld modSld">
      <pc:chgData name="Alvarez, Aicel" userId="ed41ae6e-235e-456a-8557-4808c356362a" providerId="ADAL" clId="{35418E11-0492-4030-8637-AB447CB60CA8}" dt="2026-01-05T16:52:17.695" v="113" actId="404"/>
      <pc:docMkLst>
        <pc:docMk/>
      </pc:docMkLst>
      <pc:sldChg chg="modSp mod">
        <pc:chgData name="Alvarez, Aicel" userId="ed41ae6e-235e-456a-8557-4808c356362a" providerId="ADAL" clId="{35418E11-0492-4030-8637-AB447CB60CA8}" dt="2026-01-05T16:41:07.788" v="60" actId="20577"/>
        <pc:sldMkLst>
          <pc:docMk/>
          <pc:sldMk cId="764484875" sldId="257"/>
        </pc:sldMkLst>
        <pc:spChg chg="mod">
          <ac:chgData name="Alvarez, Aicel" userId="ed41ae6e-235e-456a-8557-4808c356362a" providerId="ADAL" clId="{35418E11-0492-4030-8637-AB447CB60CA8}" dt="2026-01-05T16:41:07.788" v="60" actId="20577"/>
          <ac:spMkLst>
            <pc:docMk/>
            <pc:sldMk cId="764484875" sldId="257"/>
            <ac:spMk id="3" creationId="{7225DABF-199E-7D1E-5803-B700BF16AE4D}"/>
          </ac:spMkLst>
        </pc:spChg>
      </pc:sldChg>
      <pc:sldChg chg="modSp mod">
        <pc:chgData name="Alvarez, Aicel" userId="ed41ae6e-235e-456a-8557-4808c356362a" providerId="ADAL" clId="{35418E11-0492-4030-8637-AB447CB60CA8}" dt="2026-01-05T16:51:35.242" v="106" actId="15"/>
        <pc:sldMkLst>
          <pc:docMk/>
          <pc:sldMk cId="3866361640" sldId="258"/>
        </pc:sldMkLst>
        <pc:spChg chg="mod">
          <ac:chgData name="Alvarez, Aicel" userId="ed41ae6e-235e-456a-8557-4808c356362a" providerId="ADAL" clId="{35418E11-0492-4030-8637-AB447CB60CA8}" dt="2026-01-05T16:51:35.242" v="106" actId="15"/>
          <ac:spMkLst>
            <pc:docMk/>
            <pc:sldMk cId="3866361640" sldId="258"/>
            <ac:spMk id="7" creationId="{1809E607-466D-D90C-9E74-B26532B29738}"/>
          </ac:spMkLst>
        </pc:spChg>
      </pc:sldChg>
      <pc:sldChg chg="modSp mod">
        <pc:chgData name="Alvarez, Aicel" userId="ed41ae6e-235e-456a-8557-4808c356362a" providerId="ADAL" clId="{35418E11-0492-4030-8637-AB447CB60CA8}" dt="2026-01-05T16:51:55.448" v="109" actId="207"/>
        <pc:sldMkLst>
          <pc:docMk/>
          <pc:sldMk cId="3156628231" sldId="259"/>
        </pc:sldMkLst>
        <pc:spChg chg="mod">
          <ac:chgData name="Alvarez, Aicel" userId="ed41ae6e-235e-456a-8557-4808c356362a" providerId="ADAL" clId="{35418E11-0492-4030-8637-AB447CB60CA8}" dt="2026-01-05T16:51:55.448" v="109" actId="207"/>
          <ac:spMkLst>
            <pc:docMk/>
            <pc:sldMk cId="3156628231" sldId="259"/>
            <ac:spMk id="3" creationId="{0F4F62ED-A8F0-95DD-4508-7FBCDE133DF9}"/>
          </ac:spMkLst>
        </pc:spChg>
      </pc:sldChg>
      <pc:sldChg chg="addSp modSp mod">
        <pc:chgData name="Alvarez, Aicel" userId="ed41ae6e-235e-456a-8557-4808c356362a" providerId="ADAL" clId="{35418E11-0492-4030-8637-AB447CB60CA8}" dt="2026-01-05T16:52:17.695" v="113" actId="404"/>
        <pc:sldMkLst>
          <pc:docMk/>
          <pc:sldMk cId="3925695945" sldId="260"/>
        </pc:sldMkLst>
        <pc:spChg chg="mod">
          <ac:chgData name="Alvarez, Aicel" userId="ed41ae6e-235e-456a-8557-4808c356362a" providerId="ADAL" clId="{35418E11-0492-4030-8637-AB447CB60CA8}" dt="2026-01-05T16:52:17.695" v="113" actId="404"/>
          <ac:spMkLst>
            <pc:docMk/>
            <pc:sldMk cId="3925695945" sldId="260"/>
            <ac:spMk id="3" creationId="{C0A087B1-3F15-8078-FFC0-6BAE3AC5D1CD}"/>
          </ac:spMkLst>
        </pc:spChg>
        <pc:spChg chg="add mod">
          <ac:chgData name="Alvarez, Aicel" userId="ed41ae6e-235e-456a-8557-4808c356362a" providerId="ADAL" clId="{35418E11-0492-4030-8637-AB447CB60CA8}" dt="2026-01-05T16:39:28.494" v="54" actId="1035"/>
          <ac:spMkLst>
            <pc:docMk/>
            <pc:sldMk cId="3925695945" sldId="260"/>
            <ac:spMk id="5" creationId="{6EEAB28B-9304-A334-7C53-56DF99AB7A34}"/>
          </ac:spMkLst>
        </pc:spChg>
        <pc:picChg chg="add mod">
          <ac:chgData name="Alvarez, Aicel" userId="ed41ae6e-235e-456a-8557-4808c356362a" providerId="ADAL" clId="{35418E11-0492-4030-8637-AB447CB60CA8}" dt="2026-01-05T16:39:28.494" v="54" actId="1035"/>
          <ac:picMkLst>
            <pc:docMk/>
            <pc:sldMk cId="3925695945" sldId="260"/>
            <ac:picMk id="1025" creationId="{0A6EF347-CF34-D13E-24B9-8DF0D0D7AA1E}"/>
          </ac:picMkLst>
        </pc:picChg>
        <pc:picChg chg="add mod">
          <ac:chgData name="Alvarez, Aicel" userId="ed41ae6e-235e-456a-8557-4808c356362a" providerId="ADAL" clId="{35418E11-0492-4030-8637-AB447CB60CA8}" dt="2026-01-05T16:39:28.494" v="54" actId="1035"/>
          <ac:picMkLst>
            <pc:docMk/>
            <pc:sldMk cId="3925695945" sldId="260"/>
            <ac:picMk id="1026" creationId="{52BB397F-0947-390F-B2A2-5BEC66A011D4}"/>
          </ac:picMkLst>
        </pc:picChg>
      </pc:sldChg>
      <pc:sldChg chg="addSp delSp modSp del mod">
        <pc:chgData name="Alvarez, Aicel" userId="ed41ae6e-235e-456a-8557-4808c356362a" providerId="ADAL" clId="{35418E11-0492-4030-8637-AB447CB60CA8}" dt="2026-01-05T16:39:37.052" v="56" actId="47"/>
        <pc:sldMkLst>
          <pc:docMk/>
          <pc:sldMk cId="2827098762" sldId="261"/>
        </pc:sldMkLst>
        <pc:spChg chg="del mod">
          <ac:chgData name="Alvarez, Aicel" userId="ed41ae6e-235e-456a-8557-4808c356362a" providerId="ADAL" clId="{35418E11-0492-4030-8637-AB447CB60CA8}" dt="2026-01-05T16:39:06.300" v="39" actId="21"/>
          <ac:spMkLst>
            <pc:docMk/>
            <pc:sldMk cId="2827098762" sldId="261"/>
            <ac:spMk id="5" creationId="{6EEAB28B-9304-A334-7C53-56DF99AB7A34}"/>
          </ac:spMkLst>
        </pc:spChg>
        <pc:picChg chg="del mod">
          <ac:chgData name="Alvarez, Aicel" userId="ed41ae6e-235e-456a-8557-4808c356362a" providerId="ADAL" clId="{35418E11-0492-4030-8637-AB447CB60CA8}" dt="2026-01-05T16:39:06.300" v="39" actId="21"/>
          <ac:picMkLst>
            <pc:docMk/>
            <pc:sldMk cId="2827098762" sldId="261"/>
            <ac:picMk id="1025" creationId="{0A6EF347-CF34-D13E-24B9-8DF0D0D7AA1E}"/>
          </ac:picMkLst>
        </pc:picChg>
        <pc:picChg chg="del mod">
          <ac:chgData name="Alvarez, Aicel" userId="ed41ae6e-235e-456a-8557-4808c356362a" providerId="ADAL" clId="{35418E11-0492-4030-8637-AB447CB60CA8}" dt="2026-01-05T16:39:06.300" v="39" actId="21"/>
          <ac:picMkLst>
            <pc:docMk/>
            <pc:sldMk cId="2827098762" sldId="261"/>
            <ac:picMk id="1026" creationId="{52BB397F-0947-390F-B2A2-5BEC66A011D4}"/>
          </ac:picMkLst>
        </pc:picChg>
        <pc:picChg chg="add del mod">
          <ac:chgData name="Alvarez, Aicel" userId="ed41ae6e-235e-456a-8557-4808c356362a" providerId="ADAL" clId="{35418E11-0492-4030-8637-AB447CB60CA8}" dt="2026-01-05T16:39:03.193" v="38" actId="478"/>
          <ac:picMkLst>
            <pc:docMk/>
            <pc:sldMk cId="2827098762" sldId="261"/>
            <ac:picMk id="1029" creationId="{FA2FFFD5-1E1D-B0F5-EA9A-8461E5DFE34E}"/>
          </ac:picMkLst>
        </pc:picChg>
      </pc:sldChg>
      <pc:sldChg chg="modSp mod">
        <pc:chgData name="Alvarez, Aicel" userId="ed41ae6e-235e-456a-8557-4808c356362a" providerId="ADAL" clId="{35418E11-0492-4030-8637-AB447CB60CA8}" dt="2026-01-05T16:42:48.351" v="72" actId="14100"/>
        <pc:sldMkLst>
          <pc:docMk/>
          <pc:sldMk cId="1624347884" sldId="263"/>
        </pc:sldMkLst>
        <pc:spChg chg="mod">
          <ac:chgData name="Alvarez, Aicel" userId="ed41ae6e-235e-456a-8557-4808c356362a" providerId="ADAL" clId="{35418E11-0492-4030-8637-AB447CB60CA8}" dt="2026-01-05T16:42:48.351" v="72" actId="14100"/>
          <ac:spMkLst>
            <pc:docMk/>
            <pc:sldMk cId="1624347884" sldId="263"/>
            <ac:spMk id="3" creationId="{40E66ED6-3C4B-C327-62C4-20587652462A}"/>
          </ac:spMkLst>
        </pc:spChg>
      </pc:sldChg>
      <pc:sldChg chg="addSp modSp mod">
        <pc:chgData name="Alvarez, Aicel" userId="ed41ae6e-235e-456a-8557-4808c356362a" providerId="ADAL" clId="{35418E11-0492-4030-8637-AB447CB60CA8}" dt="2026-01-05T16:43:35.625" v="80" actId="1076"/>
        <pc:sldMkLst>
          <pc:docMk/>
          <pc:sldMk cId="1289373123" sldId="264"/>
        </pc:sldMkLst>
        <pc:spChg chg="add mod">
          <ac:chgData name="Alvarez, Aicel" userId="ed41ae6e-235e-456a-8557-4808c356362a" providerId="ADAL" clId="{35418E11-0492-4030-8637-AB447CB60CA8}" dt="2026-01-05T16:43:34.149" v="79" actId="1076"/>
          <ac:spMkLst>
            <pc:docMk/>
            <pc:sldMk cId="1289373123" sldId="264"/>
            <ac:spMk id="5" creationId="{D8A33D49-9E3E-F832-FB2F-3F018CCD8894}"/>
          </ac:spMkLst>
        </pc:spChg>
        <pc:picChg chg="mod">
          <ac:chgData name="Alvarez, Aicel" userId="ed41ae6e-235e-456a-8557-4808c356362a" providerId="ADAL" clId="{35418E11-0492-4030-8637-AB447CB60CA8}" dt="2026-01-05T16:43:35.625" v="80" actId="1076"/>
          <ac:picMkLst>
            <pc:docMk/>
            <pc:sldMk cId="1289373123" sldId="264"/>
            <ac:picMk id="2050" creationId="{03059D7F-A298-4249-4A4D-5148DB556979}"/>
          </ac:picMkLst>
        </pc:picChg>
      </pc:sldChg>
      <pc:sldChg chg="modSp mod">
        <pc:chgData name="Alvarez, Aicel" userId="ed41ae6e-235e-456a-8557-4808c356362a" providerId="ADAL" clId="{35418E11-0492-4030-8637-AB447CB60CA8}" dt="2026-01-05T16:44:06.510" v="84"/>
        <pc:sldMkLst>
          <pc:docMk/>
          <pc:sldMk cId="3001456391" sldId="265"/>
        </pc:sldMkLst>
        <pc:spChg chg="mod">
          <ac:chgData name="Alvarez, Aicel" userId="ed41ae6e-235e-456a-8557-4808c356362a" providerId="ADAL" clId="{35418E11-0492-4030-8637-AB447CB60CA8}" dt="2026-01-05T16:44:06.510" v="84"/>
          <ac:spMkLst>
            <pc:docMk/>
            <pc:sldMk cId="3001456391" sldId="265"/>
            <ac:spMk id="3" creationId="{A510FA32-34FC-8805-96DC-438F29260ACF}"/>
          </ac:spMkLst>
        </pc:spChg>
      </pc:sldChg>
      <pc:sldChg chg="modSp mod">
        <pc:chgData name="Alvarez, Aicel" userId="ed41ae6e-235e-456a-8557-4808c356362a" providerId="ADAL" clId="{35418E11-0492-4030-8637-AB447CB60CA8}" dt="2026-01-05T16:44:24.222" v="85" actId="21"/>
        <pc:sldMkLst>
          <pc:docMk/>
          <pc:sldMk cId="253838175" sldId="266"/>
        </pc:sldMkLst>
        <pc:spChg chg="mod">
          <ac:chgData name="Alvarez, Aicel" userId="ed41ae6e-235e-456a-8557-4808c356362a" providerId="ADAL" clId="{35418E11-0492-4030-8637-AB447CB60CA8}" dt="2026-01-05T16:44:24.222" v="85" actId="21"/>
          <ac:spMkLst>
            <pc:docMk/>
            <pc:sldMk cId="253838175" sldId="266"/>
            <ac:spMk id="3" creationId="{B0A64B5B-1525-E128-A66C-152F25B10530}"/>
          </ac:spMkLst>
        </pc:spChg>
      </pc:sldChg>
      <pc:sldChg chg="addSp modSp new mod">
        <pc:chgData name="Alvarez, Aicel" userId="ed41ae6e-235e-456a-8557-4808c356362a" providerId="ADAL" clId="{35418E11-0492-4030-8637-AB447CB60CA8}" dt="2026-01-05T16:51:05.748" v="103" actId="20577"/>
        <pc:sldMkLst>
          <pc:docMk/>
          <pc:sldMk cId="3993495761" sldId="268"/>
        </pc:sldMkLst>
        <pc:spChg chg="mod">
          <ac:chgData name="Alvarez, Aicel" userId="ed41ae6e-235e-456a-8557-4808c356362a" providerId="ADAL" clId="{35418E11-0492-4030-8637-AB447CB60CA8}" dt="2026-01-05T16:44:31.482" v="90"/>
          <ac:spMkLst>
            <pc:docMk/>
            <pc:sldMk cId="3993495761" sldId="268"/>
            <ac:spMk id="2" creationId="{F637A687-9926-14FF-38B2-F2AA82CFA712}"/>
          </ac:spMkLst>
        </pc:spChg>
        <pc:spChg chg="add mod">
          <ac:chgData name="Alvarez, Aicel" userId="ed41ae6e-235e-456a-8557-4808c356362a" providerId="ADAL" clId="{35418E11-0492-4030-8637-AB447CB60CA8}" dt="2026-01-05T16:51:05.748" v="103" actId="20577"/>
          <ac:spMkLst>
            <pc:docMk/>
            <pc:sldMk cId="3993495761" sldId="268"/>
            <ac:spMk id="4" creationId="{22D2A8F4-225D-B858-D672-F8FA6E6F9E1F}"/>
          </ac:spMkLst>
        </pc:spChg>
      </pc:sldChg>
      <pc:sldChg chg="new del">
        <pc:chgData name="Alvarez, Aicel" userId="ed41ae6e-235e-456a-8557-4808c356362a" providerId="ADAL" clId="{35418E11-0492-4030-8637-AB447CB60CA8}" dt="2026-01-05T16:51:19.297" v="104" actId="47"/>
        <pc:sldMkLst>
          <pc:docMk/>
          <pc:sldMk cId="2021781910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_Photos within Cir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2B4A-6C97-D792-DA31-CDCD44ADD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633447"/>
            <a:ext cx="5844091" cy="1398183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50029-9D17-5FEF-2C4E-C797F0AE7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167148"/>
            <a:ext cx="5844090" cy="827881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59D172-B728-FE99-388B-461149B370AC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9C9E93-865F-FB72-13D8-6F903DD56808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F7391FB-E7AB-E5B0-160F-6D4278387555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FEE1F1B-7EFF-F187-EC0F-07BC5B691F19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D289479-CC3E-89BD-E905-A842901516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32AE01B-7370-C5F4-CD06-B992278FF7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213D672-254F-EC9E-48AC-A25F8ED92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6D4C72E4-7DD3-8BC1-865F-9EDD29E0E0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34935974-628C-1C97-24EE-9ABDF31C0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7FE40B-7C3F-8AA1-E9A6-F316881DE96B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0" name="Freeform: Shape 12">
              <a:extLst>
                <a:ext uri="{FF2B5EF4-FFF2-40B4-BE49-F238E27FC236}">
                  <a16:creationId xmlns:a16="http://schemas.microsoft.com/office/drawing/2014/main" id="{C938D318-597D-51E0-36FC-FAC9EC7C4546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1AF37BF7-FEF0-5C4F-E2F8-B657C33CD630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4194002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_Circ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2B4A-6C97-D792-DA31-CDCD44ADD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633447"/>
            <a:ext cx="5844091" cy="1398183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50029-9D17-5FEF-2C4E-C797F0AE7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167148"/>
            <a:ext cx="5844090" cy="827881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9C9E93-865F-FB72-13D8-6F903DD56808}"/>
              </a:ext>
            </a:extLst>
          </p:cNvPr>
          <p:cNvSpPr txBox="1"/>
          <p:nvPr/>
        </p:nvSpPr>
        <p:spPr>
          <a:xfrm>
            <a:off x="860347" y="4212549"/>
            <a:ext cx="15059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5597">
              <a:defRPr/>
            </a:pPr>
            <a:r>
              <a:rPr lang="en-US" sz="4400">
                <a:solidFill>
                  <a:srgbClr val="000000"/>
                </a:solidFill>
                <a:latin typeface="AECOM Sans" panose="020B0504020202020204" pitchFamily="34" charset="0"/>
                <a:ea typeface="AECOM Sans" panose="020B0504020202020204" pitchFamily="34" charset="0"/>
                <a:cs typeface="AECOM Sans" panose="020B0504020202020204" pitchFamily="34" charset="0"/>
              </a:rPr>
              <a:t>GBS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7391FB-E7AB-E5B0-160F-6D4278387555}"/>
              </a:ext>
            </a:extLst>
          </p:cNvPr>
          <p:cNvSpPr txBox="1"/>
          <p:nvPr/>
        </p:nvSpPr>
        <p:spPr>
          <a:xfrm>
            <a:off x="2057141" y="4303674"/>
            <a:ext cx="3129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345597">
              <a:defRPr/>
            </a:pPr>
            <a:r>
              <a:rPr lang="en-US" sz="1600">
                <a:solidFill>
                  <a:srgbClr val="000000"/>
                </a:solidFill>
                <a:latin typeface="AECOM Sans" panose="020B0504020202020204" pitchFamily="34" charset="0"/>
                <a:ea typeface="AECOM Sans" panose="020B0504020202020204" pitchFamily="34" charset="0"/>
                <a:cs typeface="AECOM Sans" panose="020B0504020202020204" pitchFamily="34" charset="0"/>
              </a:rPr>
              <a:t>WORLDWIDE EXPERTISE, LOCAL SERVICE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6D385DA-509A-5947-ACFB-F59402AA7367}"/>
              </a:ext>
            </a:extLst>
          </p:cNvPr>
          <p:cNvSpPr/>
          <p:nvPr/>
        </p:nvSpPr>
        <p:spPr>
          <a:xfrm>
            <a:off x="7648212" y="364194"/>
            <a:ext cx="2975034" cy="2971800"/>
          </a:xfrm>
          <a:prstGeom prst="ellipse">
            <a:avLst/>
          </a:prstGeom>
          <a:solidFill>
            <a:schemeClr val="accent3">
              <a:alpha val="7302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C3E4CE-29F6-2F62-67BF-EED474F96D15}"/>
              </a:ext>
            </a:extLst>
          </p:cNvPr>
          <p:cNvSpPr/>
          <p:nvPr/>
        </p:nvSpPr>
        <p:spPr>
          <a:xfrm>
            <a:off x="3440077" y="775674"/>
            <a:ext cx="2148840" cy="2148840"/>
          </a:xfrm>
          <a:prstGeom prst="ellipse">
            <a:avLst/>
          </a:prstGeom>
          <a:solidFill>
            <a:schemeClr val="tx2">
              <a:lumMod val="75000"/>
              <a:lumOff val="25000"/>
              <a:alpha val="6308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B023D9-F95D-CC13-CA1A-EDB2BC102D52}"/>
              </a:ext>
            </a:extLst>
          </p:cNvPr>
          <p:cNvSpPr/>
          <p:nvPr/>
        </p:nvSpPr>
        <p:spPr>
          <a:xfrm>
            <a:off x="1461370" y="487638"/>
            <a:ext cx="2724490" cy="2724912"/>
          </a:xfrm>
          <a:prstGeom prst="ellipse">
            <a:avLst/>
          </a:prstGeom>
          <a:solidFill>
            <a:schemeClr val="accent1">
              <a:alpha val="8718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F23660-D844-1BA6-D0DA-63AFE91441E0}"/>
              </a:ext>
            </a:extLst>
          </p:cNvPr>
          <p:cNvSpPr/>
          <p:nvPr/>
        </p:nvSpPr>
        <p:spPr>
          <a:xfrm>
            <a:off x="347895" y="1097372"/>
            <a:ext cx="1505211" cy="1505444"/>
          </a:xfrm>
          <a:prstGeom prst="ellipse">
            <a:avLst/>
          </a:prstGeom>
          <a:solidFill>
            <a:schemeClr val="tx2">
              <a:lumMod val="90000"/>
              <a:lumOff val="10000"/>
              <a:alpha val="8718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2074751-79C4-86A1-C4A5-9DDEF1AE1C72}"/>
              </a:ext>
            </a:extLst>
          </p:cNvPr>
          <p:cNvSpPr/>
          <p:nvPr/>
        </p:nvSpPr>
        <p:spPr>
          <a:xfrm>
            <a:off x="9975502" y="879828"/>
            <a:ext cx="1868603" cy="1865376"/>
          </a:xfrm>
          <a:prstGeom prst="ellipse">
            <a:avLst/>
          </a:prstGeom>
          <a:solidFill>
            <a:schemeClr val="accent4">
              <a:alpha val="765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ED6EC3-36C2-8905-E98E-1011F147E3A3}"/>
              </a:ext>
            </a:extLst>
          </p:cNvPr>
          <p:cNvSpPr/>
          <p:nvPr/>
        </p:nvSpPr>
        <p:spPr>
          <a:xfrm>
            <a:off x="4883949" y="120876"/>
            <a:ext cx="3378650" cy="3383280"/>
          </a:xfrm>
          <a:prstGeom prst="ellipse">
            <a:avLst/>
          </a:prstGeom>
          <a:solidFill>
            <a:schemeClr val="accent2">
              <a:alpha val="7363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3021CF-F7BD-17BA-B601-BA088B58CB37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CD168CC2-D069-EE5D-7423-60A14C003C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31D95370-65A4-0509-C98A-85E0BA0B02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8C44DDE6-0327-DE2F-8600-08F797E78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A0647E7A-F10D-F40E-FD5F-1316FEA141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1C97BEE7-B752-72A1-1398-AE7D64801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FD9A782-887C-295A-016F-39EC6D19397A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C1268F22-AE89-CCBB-AEBF-B2933CC2C1C8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3BD53763-B6D4-AD3E-A280-A08BE4C0E967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3105357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780426A-178E-7CB9-4305-56A842504EB5}"/>
              </a:ext>
            </a:extLst>
          </p:cNvPr>
          <p:cNvSpPr/>
          <p:nvPr/>
        </p:nvSpPr>
        <p:spPr>
          <a:xfrm>
            <a:off x="2402898" y="5098286"/>
            <a:ext cx="3289086" cy="3289088"/>
          </a:xfrm>
          <a:prstGeom prst="ellipse">
            <a:avLst/>
          </a:prstGeom>
          <a:solidFill>
            <a:schemeClr val="tx2">
              <a:lumMod val="75000"/>
              <a:lumOff val="25000"/>
              <a:alpha val="6625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elay 5">
            <a:extLst>
              <a:ext uri="{FF2B5EF4-FFF2-40B4-BE49-F238E27FC236}">
                <a16:creationId xmlns:a16="http://schemas.microsoft.com/office/drawing/2014/main" id="{748AA240-FD09-EB10-911E-9FD05389E606}"/>
              </a:ext>
            </a:extLst>
          </p:cNvPr>
          <p:cNvSpPr/>
          <p:nvPr/>
        </p:nvSpPr>
        <p:spPr>
          <a:xfrm rot="16200000">
            <a:off x="6011962" y="-561243"/>
            <a:ext cx="4946162" cy="9892324"/>
          </a:xfrm>
          <a:custGeom>
            <a:avLst/>
            <a:gdLst>
              <a:gd name="connsiteX0" fmla="*/ 0 w 5821412"/>
              <a:gd name="connsiteY0" fmla="*/ 0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5" fmla="*/ 0 w 5821412"/>
              <a:gd name="connsiteY5" fmla="*/ 0 h 5821412"/>
              <a:gd name="connsiteX0" fmla="*/ 0 w 5821412"/>
              <a:gd name="connsiteY0" fmla="*/ 5821412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0" fmla="*/ 0 w 2910706"/>
              <a:gd name="connsiteY0" fmla="*/ 5821412 h 5821412"/>
              <a:gd name="connsiteX1" fmla="*/ 0 w 2910706"/>
              <a:gd name="connsiteY1" fmla="*/ 0 h 5821412"/>
              <a:gd name="connsiteX2" fmla="*/ 2910706 w 2910706"/>
              <a:gd name="connsiteY2" fmla="*/ 2910706 h 5821412"/>
              <a:gd name="connsiteX3" fmla="*/ 0 w 2910706"/>
              <a:gd name="connsiteY3" fmla="*/ 5821412 h 5821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706" h="5821412">
                <a:moveTo>
                  <a:pt x="0" y="5821412"/>
                </a:moveTo>
                <a:lnTo>
                  <a:pt x="0" y="0"/>
                </a:lnTo>
                <a:cubicBezTo>
                  <a:pt x="1607539" y="0"/>
                  <a:pt x="2910706" y="1303167"/>
                  <a:pt x="2910706" y="2910706"/>
                </a:cubicBezTo>
                <a:cubicBezTo>
                  <a:pt x="2910706" y="4518245"/>
                  <a:pt x="1607539" y="5821412"/>
                  <a:pt x="0" y="5821412"/>
                </a:cubicBezTo>
                <a:close/>
              </a:path>
            </a:pathLst>
          </a:custGeom>
          <a:solidFill>
            <a:schemeClr val="accent1">
              <a:lumMod val="75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FB5FB75-F7D4-3C96-6A04-50D3515F6B38}"/>
              </a:ext>
            </a:extLst>
          </p:cNvPr>
          <p:cNvSpPr/>
          <p:nvPr/>
        </p:nvSpPr>
        <p:spPr>
          <a:xfrm>
            <a:off x="5154792" y="-2712327"/>
            <a:ext cx="6174270" cy="5817736"/>
          </a:xfrm>
          <a:prstGeom prst="ellipse">
            <a:avLst/>
          </a:prstGeom>
          <a:solidFill>
            <a:schemeClr val="accent2">
              <a:alpha val="8718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45CCE6-F7AF-710B-368C-955ABF766D15}"/>
              </a:ext>
            </a:extLst>
          </p:cNvPr>
          <p:cNvSpPr/>
          <p:nvPr/>
        </p:nvSpPr>
        <p:spPr>
          <a:xfrm>
            <a:off x="4709346" y="4907802"/>
            <a:ext cx="1543790" cy="1543791"/>
          </a:xfrm>
          <a:prstGeom prst="ellipse">
            <a:avLst/>
          </a:prstGeom>
          <a:solidFill>
            <a:schemeClr val="accent1">
              <a:lumMod val="75000"/>
              <a:alpha val="3702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9451BE5-3360-7709-EC40-945A1EAEC61C}"/>
              </a:ext>
            </a:extLst>
          </p:cNvPr>
          <p:cNvSpPr/>
          <p:nvPr/>
        </p:nvSpPr>
        <p:spPr>
          <a:xfrm>
            <a:off x="7845086" y="49434"/>
            <a:ext cx="5919882" cy="5919882"/>
          </a:xfrm>
          <a:prstGeom prst="ellipse">
            <a:avLst/>
          </a:prstGeom>
          <a:solidFill>
            <a:schemeClr val="tx2">
              <a:lumMod val="25000"/>
              <a:lumOff val="75000"/>
              <a:alpha val="7030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633E4C-06F9-5935-5FFC-91943B0F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3134" y="5016915"/>
            <a:ext cx="3570962" cy="1325563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A9C144A-09D7-5FEE-3DAF-0E5835AC8053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9" name="Freeform: Shape 12">
              <a:extLst>
                <a:ext uri="{FF2B5EF4-FFF2-40B4-BE49-F238E27FC236}">
                  <a16:creationId xmlns:a16="http://schemas.microsoft.com/office/drawing/2014/main" id="{A0985E25-971C-E353-E202-3F9051229FDE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3">
              <a:extLst>
                <a:ext uri="{FF2B5EF4-FFF2-40B4-BE49-F238E27FC236}">
                  <a16:creationId xmlns:a16="http://schemas.microsoft.com/office/drawing/2014/main" id="{4FF30067-3805-73BF-981C-94ED575C9878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98CF07F-5AF5-7BD9-39A8-7EC9D6D5B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33" y="1569339"/>
            <a:ext cx="4572396" cy="11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1965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0B6FA0CC-E02A-BEFD-34FE-272A888F9F81}"/>
              </a:ext>
            </a:extLst>
          </p:cNvPr>
          <p:cNvSpPr/>
          <p:nvPr/>
        </p:nvSpPr>
        <p:spPr>
          <a:xfrm>
            <a:off x="572644" y="1518546"/>
            <a:ext cx="4342418" cy="4342418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CB1E2F-C920-6986-5FC9-546789AEE2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08526" y="1427967"/>
            <a:ext cx="5027614" cy="4714179"/>
          </a:xfrm>
        </p:spPr>
        <p:txBody>
          <a:bodyPr>
            <a:normAutofit/>
          </a:bodyPr>
          <a:lstStyle>
            <a:lvl1pPr marL="696913" indent="-685800">
              <a:lnSpc>
                <a:spcPct val="150000"/>
              </a:lnSpc>
              <a:tabLst/>
              <a:defRPr sz="2000">
                <a:solidFill>
                  <a:schemeClr val="tx2"/>
                </a:solidFill>
              </a:defRPr>
            </a:lvl1pPr>
            <a:lvl2pPr marL="920750" indent="-236538">
              <a:lnSpc>
                <a:spcPct val="150000"/>
              </a:lnSpc>
              <a:tabLst/>
              <a:defRPr sz="1800">
                <a:solidFill>
                  <a:schemeClr val="tx2"/>
                </a:solidFill>
              </a:defRPr>
            </a:lvl2pPr>
            <a:lvl3pPr>
              <a:lnSpc>
                <a:spcPct val="150000"/>
              </a:lnSpc>
              <a:defRPr sz="1800">
                <a:solidFill>
                  <a:schemeClr val="tx2"/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2"/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5B5F05-0673-A5CA-5961-573CDF269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71770"/>
            <a:ext cx="5040140" cy="688168"/>
          </a:xfrm>
        </p:spPr>
        <p:txBody>
          <a:bodyPr anchor="b">
            <a:normAutofit/>
          </a:bodyPr>
          <a:lstStyle>
            <a:lvl1pPr algn="l">
              <a:defRPr sz="3200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EF5EB11-24E8-A6AA-1086-F0425757285D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BB9F96C3-5AAE-211A-BAB6-AF85A1954548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3">
              <a:extLst>
                <a:ext uri="{FF2B5EF4-FFF2-40B4-BE49-F238E27FC236}">
                  <a16:creationId xmlns:a16="http://schemas.microsoft.com/office/drawing/2014/main" id="{030BB06F-2149-713B-F85E-6E237FDEBA8E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3948A58-CD83-EF70-E13E-4329E50066D4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D14B24A-B99C-3E10-73F8-4E2336DDD210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D1599F6-8133-3742-4993-BD9636809155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096852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335A71B-04C2-B961-0BE4-003CC8DD67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36"/>
          <a:stretch>
            <a:fillRect/>
          </a:stretch>
        </p:blipFill>
        <p:spPr>
          <a:xfrm>
            <a:off x="0" y="146050"/>
            <a:ext cx="6684893" cy="6565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89780D-F44A-354C-44A8-D515041DC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23" y="2103437"/>
            <a:ext cx="4619122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1ABEFF-1818-626B-3B57-7927072B25D1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B6BDAB82-2763-098A-5195-CEA72F6385B1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3">
              <a:extLst>
                <a:ext uri="{FF2B5EF4-FFF2-40B4-BE49-F238E27FC236}">
                  <a16:creationId xmlns:a16="http://schemas.microsoft.com/office/drawing/2014/main" id="{FEC7E685-ECB2-5B86-BEFB-002EF3D7A87F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B8C601B-601A-4EE9-D8FA-FACB18D95EC5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E5A677-C459-8EFD-0CE5-0658A3C43266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chemeClr val="bg1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26FA5CC-8FCE-B351-4B12-7D6350744CFB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chemeClr val="bg1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chemeClr val="bg1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0296094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3E47D487-547F-5929-6DCB-2E8DE587B6FB}"/>
              </a:ext>
            </a:extLst>
          </p:cNvPr>
          <p:cNvSpPr/>
          <p:nvPr/>
        </p:nvSpPr>
        <p:spPr>
          <a:xfrm>
            <a:off x="0" y="0"/>
            <a:ext cx="7323922" cy="6858000"/>
          </a:xfrm>
          <a:custGeom>
            <a:avLst/>
            <a:gdLst>
              <a:gd name="connsiteX0" fmla="*/ 504023 w 7323922"/>
              <a:gd name="connsiteY0" fmla="*/ 0 h 6858000"/>
              <a:gd name="connsiteX1" fmla="*/ 7323922 w 7323922"/>
              <a:gd name="connsiteY1" fmla="*/ 6819899 h 6858000"/>
              <a:gd name="connsiteX2" fmla="*/ 7322959 w 7323922"/>
              <a:gd name="connsiteY2" fmla="*/ 6858000 h 6858000"/>
              <a:gd name="connsiteX3" fmla="*/ 0 w 7323922"/>
              <a:gd name="connsiteY3" fmla="*/ 6858000 h 6858000"/>
              <a:gd name="connsiteX4" fmla="*/ 0 w 7323922"/>
              <a:gd name="connsiteY4" fmla="*/ 20514 h 6858000"/>
              <a:gd name="connsiteX5" fmla="*/ 153072 w 7323922"/>
              <a:gd name="connsiteY5" fmla="*/ 8874 h 6858000"/>
              <a:gd name="connsiteX6" fmla="*/ 504023 w 732392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23922" h="6858000">
                <a:moveTo>
                  <a:pt x="504023" y="0"/>
                </a:moveTo>
                <a:cubicBezTo>
                  <a:pt x="4270549" y="0"/>
                  <a:pt x="7323922" y="3053373"/>
                  <a:pt x="7323922" y="6819899"/>
                </a:cubicBezTo>
                <a:lnTo>
                  <a:pt x="7322959" y="6858000"/>
                </a:lnTo>
                <a:lnTo>
                  <a:pt x="0" y="6858000"/>
                </a:lnTo>
                <a:lnTo>
                  <a:pt x="0" y="20514"/>
                </a:lnTo>
                <a:lnTo>
                  <a:pt x="153072" y="8874"/>
                </a:lnTo>
                <a:cubicBezTo>
                  <a:pt x="269312" y="2982"/>
                  <a:pt x="386319" y="0"/>
                  <a:pt x="504023" y="0"/>
                </a:cubicBezTo>
                <a:close/>
              </a:path>
            </a:pathLst>
          </a:custGeom>
          <a:solidFill>
            <a:schemeClr val="accent1">
              <a:alpha val="753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89780D-F44A-354C-44A8-D515041DC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23" y="2103437"/>
            <a:ext cx="4619122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429D727-BBA3-1E5F-357F-B2BAEBEF150A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8" name="Freeform: Shape 12">
              <a:extLst>
                <a:ext uri="{FF2B5EF4-FFF2-40B4-BE49-F238E27FC236}">
                  <a16:creationId xmlns:a16="http://schemas.microsoft.com/office/drawing/2014/main" id="{3052F744-2730-8272-FD52-8DAFB7566F02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E5768A4C-25E5-2FEA-7BB1-689FC577544B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78EC354-4D49-97B6-232F-73EDEC9242D7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795C5567-E548-02E2-D4BB-F992B4C29C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5F495204-7807-ADFF-BB83-AB8CB2DD52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639A90BA-7951-FDCC-7DF0-870D5FD5C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B2631520-EC80-A105-AD92-87533D0CF9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17C3C5E1-BCF8-2BD0-0237-9BDDE6B4C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06098E4-2848-DFA2-2E32-9DE889BFBD2C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5092BD-6925-BF23-B44C-FE2AD7B8D402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chemeClr val="bg1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89BDD1-F479-B420-FF9D-925416D389F2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chemeClr val="bg1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chemeClr val="bg1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1514763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DD899D-DCB8-C0DA-0212-F377010180C9}"/>
              </a:ext>
            </a:extLst>
          </p:cNvPr>
          <p:cNvSpPr/>
          <p:nvPr/>
        </p:nvSpPr>
        <p:spPr>
          <a:xfrm>
            <a:off x="0" y="-3"/>
            <a:ext cx="12189387" cy="68580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elay 5">
            <a:extLst>
              <a:ext uri="{FF2B5EF4-FFF2-40B4-BE49-F238E27FC236}">
                <a16:creationId xmlns:a16="http://schemas.microsoft.com/office/drawing/2014/main" id="{44148764-E9E4-117B-0142-2D43C4507C05}"/>
              </a:ext>
            </a:extLst>
          </p:cNvPr>
          <p:cNvSpPr/>
          <p:nvPr/>
        </p:nvSpPr>
        <p:spPr>
          <a:xfrm rot="10800000">
            <a:off x="10579260" y="3657370"/>
            <a:ext cx="1621089" cy="3242177"/>
          </a:xfrm>
          <a:custGeom>
            <a:avLst/>
            <a:gdLst>
              <a:gd name="connsiteX0" fmla="*/ 0 w 5821412"/>
              <a:gd name="connsiteY0" fmla="*/ 0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5" fmla="*/ 0 w 5821412"/>
              <a:gd name="connsiteY5" fmla="*/ 0 h 5821412"/>
              <a:gd name="connsiteX0" fmla="*/ 0 w 5821412"/>
              <a:gd name="connsiteY0" fmla="*/ 5821412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0" fmla="*/ 0 w 2910706"/>
              <a:gd name="connsiteY0" fmla="*/ 5821412 h 5821412"/>
              <a:gd name="connsiteX1" fmla="*/ 0 w 2910706"/>
              <a:gd name="connsiteY1" fmla="*/ 0 h 5821412"/>
              <a:gd name="connsiteX2" fmla="*/ 2910706 w 2910706"/>
              <a:gd name="connsiteY2" fmla="*/ 2910706 h 5821412"/>
              <a:gd name="connsiteX3" fmla="*/ 0 w 2910706"/>
              <a:gd name="connsiteY3" fmla="*/ 5821412 h 5821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706" h="5821412">
                <a:moveTo>
                  <a:pt x="0" y="5821412"/>
                </a:moveTo>
                <a:lnTo>
                  <a:pt x="0" y="0"/>
                </a:lnTo>
                <a:cubicBezTo>
                  <a:pt x="1607539" y="0"/>
                  <a:pt x="2910706" y="1303167"/>
                  <a:pt x="2910706" y="2910706"/>
                </a:cubicBezTo>
                <a:cubicBezTo>
                  <a:pt x="2910706" y="4518245"/>
                  <a:pt x="1607539" y="5821412"/>
                  <a:pt x="0" y="5821412"/>
                </a:cubicBezTo>
                <a:close/>
              </a:path>
            </a:pathLst>
          </a:custGeom>
          <a:solidFill>
            <a:schemeClr val="accent2">
              <a:alpha val="7835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elay 5">
            <a:extLst>
              <a:ext uri="{FF2B5EF4-FFF2-40B4-BE49-F238E27FC236}">
                <a16:creationId xmlns:a16="http://schemas.microsoft.com/office/drawing/2014/main" id="{5DC2C634-BE9B-0CFE-ECEC-EC0BFED47EA6}"/>
              </a:ext>
            </a:extLst>
          </p:cNvPr>
          <p:cNvSpPr/>
          <p:nvPr/>
        </p:nvSpPr>
        <p:spPr>
          <a:xfrm>
            <a:off x="2613" y="0"/>
            <a:ext cx="2979724" cy="5959447"/>
          </a:xfrm>
          <a:custGeom>
            <a:avLst/>
            <a:gdLst>
              <a:gd name="connsiteX0" fmla="*/ 0 w 5821412"/>
              <a:gd name="connsiteY0" fmla="*/ 0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5" fmla="*/ 0 w 5821412"/>
              <a:gd name="connsiteY5" fmla="*/ 0 h 5821412"/>
              <a:gd name="connsiteX0" fmla="*/ 0 w 5821412"/>
              <a:gd name="connsiteY0" fmla="*/ 5821412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0" fmla="*/ 0 w 2910706"/>
              <a:gd name="connsiteY0" fmla="*/ 5821412 h 5821412"/>
              <a:gd name="connsiteX1" fmla="*/ 0 w 2910706"/>
              <a:gd name="connsiteY1" fmla="*/ 0 h 5821412"/>
              <a:gd name="connsiteX2" fmla="*/ 2910706 w 2910706"/>
              <a:gd name="connsiteY2" fmla="*/ 2910706 h 5821412"/>
              <a:gd name="connsiteX3" fmla="*/ 0 w 2910706"/>
              <a:gd name="connsiteY3" fmla="*/ 5821412 h 5821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706" h="5821412">
                <a:moveTo>
                  <a:pt x="0" y="5821412"/>
                </a:moveTo>
                <a:lnTo>
                  <a:pt x="0" y="0"/>
                </a:lnTo>
                <a:cubicBezTo>
                  <a:pt x="1607539" y="0"/>
                  <a:pt x="2910706" y="1303167"/>
                  <a:pt x="2910706" y="2910706"/>
                </a:cubicBezTo>
                <a:cubicBezTo>
                  <a:pt x="2910706" y="4518245"/>
                  <a:pt x="1607539" y="5821412"/>
                  <a:pt x="0" y="5821412"/>
                </a:cubicBezTo>
                <a:close/>
              </a:path>
            </a:pathLst>
          </a:custGeom>
          <a:solidFill>
            <a:schemeClr val="accent1">
              <a:alpha val="5747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lay 5">
            <a:extLst>
              <a:ext uri="{FF2B5EF4-FFF2-40B4-BE49-F238E27FC236}">
                <a16:creationId xmlns:a16="http://schemas.microsoft.com/office/drawing/2014/main" id="{16B4E034-2F43-4C12-3FCE-F922BA5357FB}"/>
              </a:ext>
            </a:extLst>
          </p:cNvPr>
          <p:cNvSpPr/>
          <p:nvPr/>
        </p:nvSpPr>
        <p:spPr>
          <a:xfrm rot="5400000">
            <a:off x="1041722" y="-1041724"/>
            <a:ext cx="2083445" cy="4166889"/>
          </a:xfrm>
          <a:custGeom>
            <a:avLst/>
            <a:gdLst>
              <a:gd name="connsiteX0" fmla="*/ 0 w 5821412"/>
              <a:gd name="connsiteY0" fmla="*/ 0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5" fmla="*/ 0 w 5821412"/>
              <a:gd name="connsiteY5" fmla="*/ 0 h 5821412"/>
              <a:gd name="connsiteX0" fmla="*/ 0 w 5821412"/>
              <a:gd name="connsiteY0" fmla="*/ 5821412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0" fmla="*/ 0 w 2910706"/>
              <a:gd name="connsiteY0" fmla="*/ 5821412 h 5821412"/>
              <a:gd name="connsiteX1" fmla="*/ 0 w 2910706"/>
              <a:gd name="connsiteY1" fmla="*/ 0 h 5821412"/>
              <a:gd name="connsiteX2" fmla="*/ 2910706 w 2910706"/>
              <a:gd name="connsiteY2" fmla="*/ 2910706 h 5821412"/>
              <a:gd name="connsiteX3" fmla="*/ 0 w 2910706"/>
              <a:gd name="connsiteY3" fmla="*/ 5821412 h 5821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706" h="5821412">
                <a:moveTo>
                  <a:pt x="0" y="5821412"/>
                </a:moveTo>
                <a:lnTo>
                  <a:pt x="0" y="0"/>
                </a:lnTo>
                <a:cubicBezTo>
                  <a:pt x="1607539" y="0"/>
                  <a:pt x="2910706" y="1303167"/>
                  <a:pt x="2910706" y="2910706"/>
                </a:cubicBezTo>
                <a:cubicBezTo>
                  <a:pt x="2910706" y="4518245"/>
                  <a:pt x="1607539" y="5821412"/>
                  <a:pt x="0" y="582141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  <a:alpha val="5747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elay 5">
            <a:extLst>
              <a:ext uri="{FF2B5EF4-FFF2-40B4-BE49-F238E27FC236}">
                <a16:creationId xmlns:a16="http://schemas.microsoft.com/office/drawing/2014/main" id="{A6DCEB0D-6A8A-3018-83EF-21300B8AF5F5}"/>
              </a:ext>
            </a:extLst>
          </p:cNvPr>
          <p:cNvSpPr/>
          <p:nvPr/>
        </p:nvSpPr>
        <p:spPr>
          <a:xfrm rot="16200000">
            <a:off x="8387102" y="3097262"/>
            <a:ext cx="2534857" cy="5069714"/>
          </a:xfrm>
          <a:custGeom>
            <a:avLst/>
            <a:gdLst>
              <a:gd name="connsiteX0" fmla="*/ 0 w 5821412"/>
              <a:gd name="connsiteY0" fmla="*/ 0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5" fmla="*/ 0 w 5821412"/>
              <a:gd name="connsiteY5" fmla="*/ 0 h 5821412"/>
              <a:gd name="connsiteX0" fmla="*/ 0 w 5821412"/>
              <a:gd name="connsiteY0" fmla="*/ 5821412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0" fmla="*/ 0 w 2910706"/>
              <a:gd name="connsiteY0" fmla="*/ 5821412 h 5821412"/>
              <a:gd name="connsiteX1" fmla="*/ 0 w 2910706"/>
              <a:gd name="connsiteY1" fmla="*/ 0 h 5821412"/>
              <a:gd name="connsiteX2" fmla="*/ 2910706 w 2910706"/>
              <a:gd name="connsiteY2" fmla="*/ 2910706 h 5821412"/>
              <a:gd name="connsiteX3" fmla="*/ 0 w 2910706"/>
              <a:gd name="connsiteY3" fmla="*/ 5821412 h 5821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706" h="5821412">
                <a:moveTo>
                  <a:pt x="0" y="5821412"/>
                </a:moveTo>
                <a:lnTo>
                  <a:pt x="0" y="0"/>
                </a:lnTo>
                <a:cubicBezTo>
                  <a:pt x="1607539" y="0"/>
                  <a:pt x="2910706" y="1303167"/>
                  <a:pt x="2910706" y="2910706"/>
                </a:cubicBezTo>
                <a:cubicBezTo>
                  <a:pt x="2910706" y="4518245"/>
                  <a:pt x="1607539" y="5821412"/>
                  <a:pt x="0" y="582141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  <a:alpha val="6322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9C3D-FC3B-CB90-D809-7B28C5947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928" y="2200199"/>
            <a:ext cx="6321991" cy="933385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D5A58C8-21A8-3FFC-9148-FECBCB333C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80928" y="3299198"/>
            <a:ext cx="6321991" cy="2160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C2DD715-3EC9-4E1F-3A8B-2C77328DF498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8266D8F6-B3EC-733E-872A-090C898CACDF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06C8777F-6779-D3C0-2053-A9A76A8580DA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8FF96A-E7A8-1D30-F305-E9A27336F702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B10B7F21-70B1-0358-8DEC-1239D925B9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602443B2-6A2C-F238-1F34-9B9F2E759A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DB45E113-9582-3D55-3C27-4508253D5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0ADE7579-9315-E45E-21C7-4C5FB65436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764E0EBC-F741-9612-0685-855475EB9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8BCB27-9F5F-4202-FE58-2503B25DF7D0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7278510-DC15-0852-71BB-835472416B6B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3791677-F6E7-6F38-CC25-FEEF39A5F09A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911633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9D7E03D-45B3-E269-C355-B5283BBB3E46}"/>
              </a:ext>
            </a:extLst>
          </p:cNvPr>
          <p:cNvSpPr/>
          <p:nvPr/>
        </p:nvSpPr>
        <p:spPr>
          <a:xfrm>
            <a:off x="0" y="0"/>
            <a:ext cx="12191999" cy="1325563"/>
          </a:xfrm>
          <a:prstGeom prst="rect">
            <a:avLst/>
          </a:prstGeom>
          <a:solidFill>
            <a:schemeClr val="accent1">
              <a:alpha val="7848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5597"/>
            <a:endParaRPr lang="en-US" sz="136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0C5807-DF9E-B1AB-2A10-DD065E71FE2E}"/>
              </a:ext>
            </a:extLst>
          </p:cNvPr>
          <p:cNvSpPr/>
          <p:nvPr/>
        </p:nvSpPr>
        <p:spPr>
          <a:xfrm>
            <a:off x="299996" y="1742857"/>
            <a:ext cx="1018551" cy="1018551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64F7938-807E-FB16-24F1-6E6F04AD7575}"/>
              </a:ext>
            </a:extLst>
          </p:cNvPr>
          <p:cNvSpPr/>
          <p:nvPr/>
        </p:nvSpPr>
        <p:spPr>
          <a:xfrm>
            <a:off x="698250" y="1927619"/>
            <a:ext cx="1451696" cy="1451696"/>
          </a:xfrm>
          <a:prstGeom prst="ellipse">
            <a:avLst/>
          </a:prstGeom>
          <a:solidFill>
            <a:schemeClr val="accent1">
              <a:alpha val="6630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5AA7817-AE07-4C13-C404-725F996ACC81}"/>
              </a:ext>
            </a:extLst>
          </p:cNvPr>
          <p:cNvSpPr/>
          <p:nvPr/>
        </p:nvSpPr>
        <p:spPr>
          <a:xfrm>
            <a:off x="6342064" y="2180940"/>
            <a:ext cx="844000" cy="844000"/>
          </a:xfrm>
          <a:prstGeom prst="ellipse">
            <a:avLst/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F6BF94C-BF83-41CD-7F14-CF1CB3DCA3A8}"/>
              </a:ext>
            </a:extLst>
          </p:cNvPr>
          <p:cNvSpPr/>
          <p:nvPr/>
        </p:nvSpPr>
        <p:spPr>
          <a:xfrm>
            <a:off x="6803809" y="1742857"/>
            <a:ext cx="1451697" cy="1451697"/>
          </a:xfrm>
          <a:prstGeom prst="ellipse">
            <a:avLst/>
          </a:prstGeom>
          <a:solidFill>
            <a:schemeClr val="accent1">
              <a:alpha val="6630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B40CD-A0C8-B24D-27BB-24E4AAA4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93" y="417294"/>
            <a:ext cx="10515600" cy="836189"/>
          </a:xfrm>
        </p:spPr>
        <p:txBody>
          <a:bodyPr anchor="t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032ED22-0557-554B-7838-060A33F1A6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79675" y="1742857"/>
            <a:ext cx="3370263" cy="1913351"/>
          </a:xfrm>
        </p:spPr>
        <p:txBody>
          <a:bodyPr/>
          <a:lstStyle>
            <a:lvl1pPr marL="0" indent="0">
              <a:buNone/>
              <a:defRPr sz="2200">
                <a:solidFill>
                  <a:schemeClr val="tx2"/>
                </a:solidFill>
              </a:defRPr>
            </a:lvl1pPr>
            <a:lvl2pPr marL="236538" indent="-236538">
              <a:tabLst/>
              <a:defRPr sz="1600">
                <a:solidFill>
                  <a:schemeClr val="tx2"/>
                </a:solidFill>
              </a:defRPr>
            </a:lvl2pPr>
            <a:lvl3pPr marL="460375" indent="-223838">
              <a:tabLst/>
              <a:defRPr sz="1600">
                <a:solidFill>
                  <a:schemeClr val="tx2"/>
                </a:solidFill>
              </a:defRPr>
            </a:lvl3pPr>
            <a:lvl4pPr marL="696913" indent="-236538">
              <a:tabLst/>
              <a:defRPr sz="1400">
                <a:solidFill>
                  <a:schemeClr val="tx2"/>
                </a:solidFill>
              </a:defRPr>
            </a:lvl4pPr>
            <a:lvl5pPr marL="920750" indent="-236538">
              <a:tabLst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68543587-55B6-2C31-545B-A6EDCC84FB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21741" y="1742857"/>
            <a:ext cx="3370263" cy="1913351"/>
          </a:xfrm>
        </p:spPr>
        <p:txBody>
          <a:bodyPr/>
          <a:lstStyle>
            <a:lvl1pPr marL="0" indent="0">
              <a:buNone/>
              <a:defRPr sz="2200">
                <a:solidFill>
                  <a:schemeClr val="tx2"/>
                </a:solidFill>
              </a:defRPr>
            </a:lvl1pPr>
            <a:lvl2pPr marL="236538" indent="-236538">
              <a:tabLst/>
              <a:defRPr sz="1600">
                <a:solidFill>
                  <a:schemeClr val="tx2"/>
                </a:solidFill>
              </a:defRPr>
            </a:lvl2pPr>
            <a:lvl3pPr marL="460375" indent="-223838">
              <a:tabLst/>
              <a:defRPr sz="1600">
                <a:solidFill>
                  <a:schemeClr val="tx2"/>
                </a:solidFill>
              </a:defRPr>
            </a:lvl3pPr>
            <a:lvl4pPr marL="696913" indent="-236538">
              <a:tabLst/>
              <a:defRPr sz="1400">
                <a:solidFill>
                  <a:schemeClr val="tx2"/>
                </a:solidFill>
              </a:defRPr>
            </a:lvl4pPr>
            <a:lvl5pPr marL="920750" indent="-236538">
              <a:tabLst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4409776-1359-2C73-E8ED-62E7C3F0C33B}"/>
              </a:ext>
            </a:extLst>
          </p:cNvPr>
          <p:cNvSpPr/>
          <p:nvPr/>
        </p:nvSpPr>
        <p:spPr>
          <a:xfrm>
            <a:off x="1161229" y="4880449"/>
            <a:ext cx="844149" cy="844149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E2085EC-E396-B61E-BE02-74E3082DDACB}"/>
              </a:ext>
            </a:extLst>
          </p:cNvPr>
          <p:cNvSpPr/>
          <p:nvPr/>
        </p:nvSpPr>
        <p:spPr>
          <a:xfrm>
            <a:off x="372750" y="4108536"/>
            <a:ext cx="1451696" cy="1451696"/>
          </a:xfrm>
          <a:prstGeom prst="ellipse">
            <a:avLst/>
          </a:prstGeom>
          <a:solidFill>
            <a:schemeClr val="accent1">
              <a:alpha val="6630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5D72C58-78E1-38BE-CAB3-54FDB2FA2D59}"/>
              </a:ext>
            </a:extLst>
          </p:cNvPr>
          <p:cNvSpPr/>
          <p:nvPr/>
        </p:nvSpPr>
        <p:spPr>
          <a:xfrm>
            <a:off x="7058803" y="4053402"/>
            <a:ext cx="844000" cy="844000"/>
          </a:xfrm>
          <a:prstGeom prst="ellipse">
            <a:avLst/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CF9710B-A50A-8128-6C9F-4D2239AAE2A2}"/>
              </a:ext>
            </a:extLst>
          </p:cNvPr>
          <p:cNvSpPr/>
          <p:nvPr/>
        </p:nvSpPr>
        <p:spPr>
          <a:xfrm>
            <a:off x="6545386" y="4305788"/>
            <a:ext cx="1451697" cy="1451697"/>
          </a:xfrm>
          <a:prstGeom prst="ellipse">
            <a:avLst/>
          </a:prstGeom>
          <a:solidFill>
            <a:schemeClr val="accent1">
              <a:alpha val="6630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AE9BE6F4-8D79-BA20-FA0C-94A6F6E452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17044" y="4108536"/>
            <a:ext cx="3370263" cy="1913351"/>
          </a:xfrm>
        </p:spPr>
        <p:txBody>
          <a:bodyPr/>
          <a:lstStyle>
            <a:lvl1pPr marL="0" indent="0">
              <a:buNone/>
              <a:defRPr sz="2200">
                <a:solidFill>
                  <a:schemeClr val="tx2"/>
                </a:solidFill>
              </a:defRPr>
            </a:lvl1pPr>
            <a:lvl2pPr marL="236538" indent="-236538">
              <a:tabLst/>
              <a:defRPr sz="1600">
                <a:solidFill>
                  <a:schemeClr val="tx2"/>
                </a:solidFill>
              </a:defRPr>
            </a:lvl2pPr>
            <a:lvl3pPr marL="460375" indent="-223838">
              <a:tabLst/>
              <a:defRPr sz="1600">
                <a:solidFill>
                  <a:schemeClr val="tx2"/>
                </a:solidFill>
              </a:defRPr>
            </a:lvl3pPr>
            <a:lvl4pPr marL="696913" indent="-236538">
              <a:tabLst/>
              <a:defRPr sz="1400">
                <a:solidFill>
                  <a:schemeClr val="tx2"/>
                </a:solidFill>
              </a:defRPr>
            </a:lvl4pPr>
            <a:lvl5pPr marL="920750" indent="-236538">
              <a:tabLst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802B7616-7845-29E5-2B39-4831CB3A5B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59110" y="4108536"/>
            <a:ext cx="3370263" cy="1913351"/>
          </a:xfrm>
        </p:spPr>
        <p:txBody>
          <a:bodyPr/>
          <a:lstStyle>
            <a:lvl1pPr marL="0" indent="0">
              <a:buNone/>
              <a:defRPr sz="2200">
                <a:solidFill>
                  <a:schemeClr val="tx2"/>
                </a:solidFill>
              </a:defRPr>
            </a:lvl1pPr>
            <a:lvl2pPr marL="236538" indent="-236538">
              <a:tabLst/>
              <a:defRPr sz="1600">
                <a:solidFill>
                  <a:schemeClr val="tx2"/>
                </a:solidFill>
              </a:defRPr>
            </a:lvl2pPr>
            <a:lvl3pPr marL="460375" indent="-223838">
              <a:tabLst/>
              <a:defRPr sz="1600">
                <a:solidFill>
                  <a:schemeClr val="tx2"/>
                </a:solidFill>
              </a:defRPr>
            </a:lvl3pPr>
            <a:lvl4pPr marL="696913" indent="-236538">
              <a:tabLst/>
              <a:defRPr sz="1400">
                <a:solidFill>
                  <a:schemeClr val="tx2"/>
                </a:solidFill>
              </a:defRPr>
            </a:lvl4pPr>
            <a:lvl5pPr marL="920750" indent="-236538">
              <a:tabLst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61EC498-02DC-1910-A1A8-A0589CC162BE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7FA5A17D-C309-A285-B2D4-41E4377D0AA7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8B05FD0D-7DDC-F182-5E89-BE54BB181D50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BC5A4F6-D122-3071-71F0-46A52C170F1A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2416854-0B14-05BB-DC1A-C81DFAD7B03A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DA03FDC-2518-AB81-86D5-27BC5F26915A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82605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(5x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elay 5">
            <a:extLst>
              <a:ext uri="{FF2B5EF4-FFF2-40B4-BE49-F238E27FC236}">
                <a16:creationId xmlns:a16="http://schemas.microsoft.com/office/drawing/2014/main" id="{17C291B1-7901-1FEF-5FDC-39BFB296D11E}"/>
              </a:ext>
            </a:extLst>
          </p:cNvPr>
          <p:cNvSpPr/>
          <p:nvPr/>
        </p:nvSpPr>
        <p:spPr>
          <a:xfrm>
            <a:off x="-9864" y="27039"/>
            <a:ext cx="4392647" cy="6857087"/>
          </a:xfrm>
          <a:custGeom>
            <a:avLst/>
            <a:gdLst>
              <a:gd name="connsiteX0" fmla="*/ 0 w 5821412"/>
              <a:gd name="connsiteY0" fmla="*/ 0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5" fmla="*/ 0 w 5821412"/>
              <a:gd name="connsiteY5" fmla="*/ 0 h 5821412"/>
              <a:gd name="connsiteX0" fmla="*/ 0 w 5821412"/>
              <a:gd name="connsiteY0" fmla="*/ 5821412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0" fmla="*/ 0 w 2910706"/>
              <a:gd name="connsiteY0" fmla="*/ 5821412 h 5821412"/>
              <a:gd name="connsiteX1" fmla="*/ 0 w 2910706"/>
              <a:gd name="connsiteY1" fmla="*/ 0 h 5821412"/>
              <a:gd name="connsiteX2" fmla="*/ 2910706 w 2910706"/>
              <a:gd name="connsiteY2" fmla="*/ 2910706 h 5821412"/>
              <a:gd name="connsiteX3" fmla="*/ 0 w 2910706"/>
              <a:gd name="connsiteY3" fmla="*/ 5821412 h 5821412"/>
              <a:gd name="connsiteX0" fmla="*/ 0 w 2999072"/>
              <a:gd name="connsiteY0" fmla="*/ 5821412 h 6109658"/>
              <a:gd name="connsiteX1" fmla="*/ 0 w 2999072"/>
              <a:gd name="connsiteY1" fmla="*/ 0 h 6109658"/>
              <a:gd name="connsiteX2" fmla="*/ 2910706 w 2999072"/>
              <a:gd name="connsiteY2" fmla="*/ 2910706 h 6109658"/>
              <a:gd name="connsiteX3" fmla="*/ 2044964 w 2999072"/>
              <a:gd name="connsiteY3" fmla="*/ 4985832 h 6109658"/>
              <a:gd name="connsiteX4" fmla="*/ 0 w 2999072"/>
              <a:gd name="connsiteY4" fmla="*/ 5821412 h 6109658"/>
              <a:gd name="connsiteX0" fmla="*/ 0 w 2970937"/>
              <a:gd name="connsiteY0" fmla="*/ 5821412 h 6109658"/>
              <a:gd name="connsiteX1" fmla="*/ 0 w 2970937"/>
              <a:gd name="connsiteY1" fmla="*/ 0 h 6109658"/>
              <a:gd name="connsiteX2" fmla="*/ 2910706 w 2970937"/>
              <a:gd name="connsiteY2" fmla="*/ 2910706 h 6109658"/>
              <a:gd name="connsiteX3" fmla="*/ 2044964 w 2970937"/>
              <a:gd name="connsiteY3" fmla="*/ 4985832 h 6109658"/>
              <a:gd name="connsiteX4" fmla="*/ 0 w 2970937"/>
              <a:gd name="connsiteY4" fmla="*/ 5821412 h 6109658"/>
              <a:gd name="connsiteX0" fmla="*/ 0 w 2911628"/>
              <a:gd name="connsiteY0" fmla="*/ 5821412 h 6109658"/>
              <a:gd name="connsiteX1" fmla="*/ 0 w 2911628"/>
              <a:gd name="connsiteY1" fmla="*/ 0 h 6109658"/>
              <a:gd name="connsiteX2" fmla="*/ 2910706 w 2911628"/>
              <a:gd name="connsiteY2" fmla="*/ 2910706 h 6109658"/>
              <a:gd name="connsiteX3" fmla="*/ 2044964 w 2911628"/>
              <a:gd name="connsiteY3" fmla="*/ 4985832 h 6109658"/>
              <a:gd name="connsiteX4" fmla="*/ 0 w 2911628"/>
              <a:gd name="connsiteY4" fmla="*/ 5821412 h 6109658"/>
              <a:gd name="connsiteX0" fmla="*/ 2044964 w 2911629"/>
              <a:gd name="connsiteY0" fmla="*/ 4985832 h 6109658"/>
              <a:gd name="connsiteX1" fmla="*/ 0 w 2911629"/>
              <a:gd name="connsiteY1" fmla="*/ 5821412 h 6109658"/>
              <a:gd name="connsiteX2" fmla="*/ 0 w 2911629"/>
              <a:gd name="connsiteY2" fmla="*/ 0 h 6109658"/>
              <a:gd name="connsiteX3" fmla="*/ 2910706 w 2911629"/>
              <a:gd name="connsiteY3" fmla="*/ 2910706 h 6109658"/>
              <a:gd name="connsiteX4" fmla="*/ 2105566 w 2911629"/>
              <a:gd name="connsiteY4" fmla="*/ 5052515 h 6109658"/>
              <a:gd name="connsiteX0" fmla="*/ 0 w 2911629"/>
              <a:gd name="connsiteY0" fmla="*/ 5821412 h 5821412"/>
              <a:gd name="connsiteX1" fmla="*/ 0 w 2911629"/>
              <a:gd name="connsiteY1" fmla="*/ 0 h 5821412"/>
              <a:gd name="connsiteX2" fmla="*/ 2910706 w 2911629"/>
              <a:gd name="connsiteY2" fmla="*/ 2910706 h 5821412"/>
              <a:gd name="connsiteX3" fmla="*/ 2105566 w 2911629"/>
              <a:gd name="connsiteY3" fmla="*/ 5052515 h 5821412"/>
              <a:gd name="connsiteX0" fmla="*/ 0 w 2911629"/>
              <a:gd name="connsiteY0" fmla="*/ 4990040 h 5052515"/>
              <a:gd name="connsiteX1" fmla="*/ 0 w 2911629"/>
              <a:gd name="connsiteY1" fmla="*/ 0 h 5052515"/>
              <a:gd name="connsiteX2" fmla="*/ 2910706 w 2911629"/>
              <a:gd name="connsiteY2" fmla="*/ 2910706 h 5052515"/>
              <a:gd name="connsiteX3" fmla="*/ 2105566 w 2911629"/>
              <a:gd name="connsiteY3" fmla="*/ 5052515 h 5052515"/>
              <a:gd name="connsiteX0" fmla="*/ 0 w 2980717"/>
              <a:gd name="connsiteY0" fmla="*/ 4990040 h 5000554"/>
              <a:gd name="connsiteX1" fmla="*/ 0 w 2980717"/>
              <a:gd name="connsiteY1" fmla="*/ 0 h 5000554"/>
              <a:gd name="connsiteX2" fmla="*/ 2910706 w 2980717"/>
              <a:gd name="connsiteY2" fmla="*/ 2910706 h 5000554"/>
              <a:gd name="connsiteX3" fmla="*/ 2176400 w 2980717"/>
              <a:gd name="connsiteY3" fmla="*/ 5000554 h 5000554"/>
              <a:gd name="connsiteX0" fmla="*/ 0 w 2911229"/>
              <a:gd name="connsiteY0" fmla="*/ 4990040 h 5000554"/>
              <a:gd name="connsiteX1" fmla="*/ 0 w 2911229"/>
              <a:gd name="connsiteY1" fmla="*/ 0 h 5000554"/>
              <a:gd name="connsiteX2" fmla="*/ 2910706 w 2911229"/>
              <a:gd name="connsiteY2" fmla="*/ 2910706 h 5000554"/>
              <a:gd name="connsiteX3" fmla="*/ 2176400 w 2911229"/>
              <a:gd name="connsiteY3" fmla="*/ 5000554 h 5000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1229" h="5000554">
                <a:moveTo>
                  <a:pt x="0" y="4990040"/>
                </a:moveTo>
                <a:lnTo>
                  <a:pt x="0" y="0"/>
                </a:lnTo>
                <a:cubicBezTo>
                  <a:pt x="1607539" y="0"/>
                  <a:pt x="2886399" y="1332509"/>
                  <a:pt x="2910706" y="2910706"/>
                </a:cubicBezTo>
                <a:cubicBezTo>
                  <a:pt x="2935013" y="4488903"/>
                  <a:pt x="2105082" y="4977021"/>
                  <a:pt x="2176400" y="5000554"/>
                </a:cubicBez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lay 5">
            <a:extLst>
              <a:ext uri="{FF2B5EF4-FFF2-40B4-BE49-F238E27FC236}">
                <a16:creationId xmlns:a16="http://schemas.microsoft.com/office/drawing/2014/main" id="{3D130B4C-DBED-43E5-D6F2-7A6E0E075C11}"/>
              </a:ext>
            </a:extLst>
          </p:cNvPr>
          <p:cNvSpPr/>
          <p:nvPr/>
        </p:nvSpPr>
        <p:spPr>
          <a:xfrm rot="16200000">
            <a:off x="1271145" y="2993503"/>
            <a:ext cx="2589790" cy="5179579"/>
          </a:xfrm>
          <a:custGeom>
            <a:avLst/>
            <a:gdLst>
              <a:gd name="connsiteX0" fmla="*/ 0 w 5821412"/>
              <a:gd name="connsiteY0" fmla="*/ 0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5" fmla="*/ 0 w 5821412"/>
              <a:gd name="connsiteY5" fmla="*/ 0 h 5821412"/>
              <a:gd name="connsiteX0" fmla="*/ 0 w 5821412"/>
              <a:gd name="connsiteY0" fmla="*/ 5821412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0" fmla="*/ 0 w 2910706"/>
              <a:gd name="connsiteY0" fmla="*/ 5821412 h 5821412"/>
              <a:gd name="connsiteX1" fmla="*/ 0 w 2910706"/>
              <a:gd name="connsiteY1" fmla="*/ 0 h 5821412"/>
              <a:gd name="connsiteX2" fmla="*/ 2910706 w 2910706"/>
              <a:gd name="connsiteY2" fmla="*/ 2910706 h 5821412"/>
              <a:gd name="connsiteX3" fmla="*/ 0 w 2910706"/>
              <a:gd name="connsiteY3" fmla="*/ 5821412 h 5821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706" h="5821412">
                <a:moveTo>
                  <a:pt x="0" y="5821412"/>
                </a:moveTo>
                <a:lnTo>
                  <a:pt x="0" y="0"/>
                </a:lnTo>
                <a:cubicBezTo>
                  <a:pt x="1607539" y="0"/>
                  <a:pt x="2910706" y="1303167"/>
                  <a:pt x="2910706" y="2910706"/>
                </a:cubicBezTo>
                <a:cubicBezTo>
                  <a:pt x="2910706" y="4518245"/>
                  <a:pt x="1607539" y="5821412"/>
                  <a:pt x="0" y="5821412"/>
                </a:cubicBez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lay 5">
            <a:extLst>
              <a:ext uri="{FF2B5EF4-FFF2-40B4-BE49-F238E27FC236}">
                <a16:creationId xmlns:a16="http://schemas.microsoft.com/office/drawing/2014/main" id="{58DCBD80-2BCB-181C-8EAF-05D36952D278}"/>
              </a:ext>
            </a:extLst>
          </p:cNvPr>
          <p:cNvSpPr/>
          <p:nvPr/>
        </p:nvSpPr>
        <p:spPr>
          <a:xfrm rot="5400000">
            <a:off x="1705600" y="-1721256"/>
            <a:ext cx="3442518" cy="6885036"/>
          </a:xfrm>
          <a:custGeom>
            <a:avLst/>
            <a:gdLst>
              <a:gd name="connsiteX0" fmla="*/ 0 w 5821412"/>
              <a:gd name="connsiteY0" fmla="*/ 0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5" fmla="*/ 0 w 5821412"/>
              <a:gd name="connsiteY5" fmla="*/ 0 h 5821412"/>
              <a:gd name="connsiteX0" fmla="*/ 0 w 5821412"/>
              <a:gd name="connsiteY0" fmla="*/ 5821412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0" fmla="*/ 0 w 2910706"/>
              <a:gd name="connsiteY0" fmla="*/ 5821412 h 5821412"/>
              <a:gd name="connsiteX1" fmla="*/ 0 w 2910706"/>
              <a:gd name="connsiteY1" fmla="*/ 0 h 5821412"/>
              <a:gd name="connsiteX2" fmla="*/ 2910706 w 2910706"/>
              <a:gd name="connsiteY2" fmla="*/ 2910706 h 5821412"/>
              <a:gd name="connsiteX3" fmla="*/ 0 w 2910706"/>
              <a:gd name="connsiteY3" fmla="*/ 5821412 h 5821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706" h="5821412">
                <a:moveTo>
                  <a:pt x="0" y="5821412"/>
                </a:moveTo>
                <a:lnTo>
                  <a:pt x="0" y="0"/>
                </a:lnTo>
                <a:cubicBezTo>
                  <a:pt x="1607539" y="0"/>
                  <a:pt x="2910706" y="1303167"/>
                  <a:pt x="2910706" y="2910706"/>
                </a:cubicBezTo>
                <a:cubicBezTo>
                  <a:pt x="2910706" y="4518245"/>
                  <a:pt x="1607539" y="5821412"/>
                  <a:pt x="0" y="5821412"/>
                </a:cubicBezTo>
                <a:close/>
              </a:path>
            </a:pathLst>
          </a:custGeom>
          <a:solidFill>
            <a:schemeClr val="accent1">
              <a:alpha val="8149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elay 5">
            <a:extLst>
              <a:ext uri="{FF2B5EF4-FFF2-40B4-BE49-F238E27FC236}">
                <a16:creationId xmlns:a16="http://schemas.microsoft.com/office/drawing/2014/main" id="{1F9D5E27-E6D2-45F8-B142-0E20A954CD41}"/>
              </a:ext>
            </a:extLst>
          </p:cNvPr>
          <p:cNvSpPr/>
          <p:nvPr/>
        </p:nvSpPr>
        <p:spPr>
          <a:xfrm rot="5400000">
            <a:off x="6503450" y="-640730"/>
            <a:ext cx="1003581" cy="2285043"/>
          </a:xfrm>
          <a:custGeom>
            <a:avLst/>
            <a:gdLst>
              <a:gd name="connsiteX0" fmla="*/ 0 w 5821412"/>
              <a:gd name="connsiteY0" fmla="*/ 0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5" fmla="*/ 0 w 5821412"/>
              <a:gd name="connsiteY5" fmla="*/ 0 h 5821412"/>
              <a:gd name="connsiteX0" fmla="*/ 0 w 5821412"/>
              <a:gd name="connsiteY0" fmla="*/ 5821412 h 5821412"/>
              <a:gd name="connsiteX1" fmla="*/ 2910706 w 5821412"/>
              <a:gd name="connsiteY1" fmla="*/ 0 h 5821412"/>
              <a:gd name="connsiteX2" fmla="*/ 5821412 w 5821412"/>
              <a:gd name="connsiteY2" fmla="*/ 2910706 h 5821412"/>
              <a:gd name="connsiteX3" fmla="*/ 2910706 w 5821412"/>
              <a:gd name="connsiteY3" fmla="*/ 5821412 h 5821412"/>
              <a:gd name="connsiteX4" fmla="*/ 0 w 5821412"/>
              <a:gd name="connsiteY4" fmla="*/ 5821412 h 5821412"/>
              <a:gd name="connsiteX0" fmla="*/ 0 w 2910706"/>
              <a:gd name="connsiteY0" fmla="*/ 5821412 h 5821412"/>
              <a:gd name="connsiteX1" fmla="*/ 0 w 2910706"/>
              <a:gd name="connsiteY1" fmla="*/ 0 h 5821412"/>
              <a:gd name="connsiteX2" fmla="*/ 2910706 w 2910706"/>
              <a:gd name="connsiteY2" fmla="*/ 2910706 h 5821412"/>
              <a:gd name="connsiteX3" fmla="*/ 0 w 2910706"/>
              <a:gd name="connsiteY3" fmla="*/ 5821412 h 5821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706" h="5821412">
                <a:moveTo>
                  <a:pt x="0" y="5821412"/>
                </a:moveTo>
                <a:lnTo>
                  <a:pt x="0" y="0"/>
                </a:lnTo>
                <a:cubicBezTo>
                  <a:pt x="1607539" y="0"/>
                  <a:pt x="2910706" y="1303167"/>
                  <a:pt x="2910706" y="2910706"/>
                </a:cubicBezTo>
                <a:cubicBezTo>
                  <a:pt x="2910706" y="4518245"/>
                  <a:pt x="1607539" y="5821412"/>
                  <a:pt x="0" y="5821412"/>
                </a:cubicBezTo>
                <a:close/>
              </a:path>
            </a:pathLst>
          </a:custGeom>
          <a:solidFill>
            <a:schemeClr val="accent3">
              <a:alpha val="8149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F5F884-931F-1B2E-4273-DEE08B2D6E8B}"/>
              </a:ext>
            </a:extLst>
          </p:cNvPr>
          <p:cNvSpPr/>
          <p:nvPr/>
        </p:nvSpPr>
        <p:spPr>
          <a:xfrm>
            <a:off x="9734282" y="869503"/>
            <a:ext cx="2285042" cy="52383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8327" dist="157871" dir="4690815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7CDA3C-BB74-0877-2367-079ECEACD9BD}"/>
              </a:ext>
            </a:extLst>
          </p:cNvPr>
          <p:cNvSpPr/>
          <p:nvPr/>
        </p:nvSpPr>
        <p:spPr>
          <a:xfrm>
            <a:off x="2563232" y="869503"/>
            <a:ext cx="2285042" cy="52383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8327" dist="157871" dir="4690815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EE61C6-6B8A-37EE-2151-F90C2C16BD81}"/>
              </a:ext>
            </a:extLst>
          </p:cNvPr>
          <p:cNvSpPr/>
          <p:nvPr/>
        </p:nvSpPr>
        <p:spPr>
          <a:xfrm>
            <a:off x="4946912" y="869503"/>
            <a:ext cx="2285042" cy="52383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8327" dist="157871" dir="4690815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91C8F3-5B00-CE49-4F75-68343E2923A9}"/>
              </a:ext>
            </a:extLst>
          </p:cNvPr>
          <p:cNvSpPr/>
          <p:nvPr/>
        </p:nvSpPr>
        <p:spPr>
          <a:xfrm>
            <a:off x="7340597" y="869503"/>
            <a:ext cx="2285042" cy="52383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8327" dist="157871" dir="4690815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1FC87F-DA85-2330-2DDC-6CDF56FA7ACE}"/>
              </a:ext>
            </a:extLst>
          </p:cNvPr>
          <p:cNvSpPr/>
          <p:nvPr/>
        </p:nvSpPr>
        <p:spPr>
          <a:xfrm>
            <a:off x="169547" y="869502"/>
            <a:ext cx="2285042" cy="51830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8327" dist="157871" dir="4690815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0404" y="1001453"/>
            <a:ext cx="2083329" cy="4956556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F339C6A-15DB-44F8-92FF-62FE64A6C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47" y="120295"/>
            <a:ext cx="11840271" cy="646223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5C2DAFC-CA25-994C-BAE4-076D1C89208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664089" y="1001453"/>
            <a:ext cx="2083329" cy="4980006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740F8FA-6089-4844-93CB-4F895C822B46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057774" y="1001453"/>
            <a:ext cx="2083329" cy="4980006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612BE59-4AF5-B24F-963B-449D3B73A4BB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7451459" y="1001453"/>
            <a:ext cx="2083329" cy="4980006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9FF9FFA-94BB-054F-A27E-28BA1B4F99C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845146" y="1001453"/>
            <a:ext cx="2083329" cy="4980006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3116ED-458A-C3E2-5DB6-11CEC860A428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9C7212DC-791F-1F54-F3C0-6628B493D0C3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950BBA07-FE4A-CF20-3E6E-28F9BF927C8B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DAB3AD-29CE-8C9F-A6E0-5F9A6C10E0AB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70EF59E-7755-4611-3576-FA1F8AB71AA2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221F9BA-D0A9-D102-3865-A8C247AB1303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2838966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7EC08E-64A2-65FC-C794-6BDF70B01C13}"/>
              </a:ext>
            </a:extLst>
          </p:cNvPr>
          <p:cNvSpPr/>
          <p:nvPr/>
        </p:nvSpPr>
        <p:spPr>
          <a:xfrm>
            <a:off x="381000" y="178863"/>
            <a:ext cx="11544299" cy="61277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5600" dist="152400" dir="468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B2B07-DFA0-893B-25DD-CA3BCCBA7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355107"/>
            <a:ext cx="11328398" cy="704455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32F1B40-F944-CE4D-1AD4-3B39006AE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191600"/>
            <a:ext cx="11328399" cy="5010411"/>
          </a:xfrm>
        </p:spPr>
        <p:txBody>
          <a:bodyPr/>
          <a:lstStyle>
            <a:lvl1pPr marL="0" indent="0">
              <a:buNone/>
              <a:defRPr sz="2200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17CCC8-9C92-F9A8-828A-E2932FB907A0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237610D9-D9E8-E356-AC18-53F5CD9431D3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3">
              <a:extLst>
                <a:ext uri="{FF2B5EF4-FFF2-40B4-BE49-F238E27FC236}">
                  <a16:creationId xmlns:a16="http://schemas.microsoft.com/office/drawing/2014/main" id="{95DA8F64-1163-E6F1-AC94-561AE2B81080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678C923-4910-A974-ABB1-B17F2AC5B2E7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9CFE93-AF50-E26D-8BA5-6135C083CFF4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1E3EE7A-13C7-17C9-8B04-A72852C14F26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3875937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B4B263-1AF9-0F19-EFCB-BEAFDEAF015E}"/>
              </a:ext>
            </a:extLst>
          </p:cNvPr>
          <p:cNvSpPr/>
          <p:nvPr/>
        </p:nvSpPr>
        <p:spPr>
          <a:xfrm>
            <a:off x="6358543" y="1207834"/>
            <a:ext cx="5257801" cy="49283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8327" dist="157871" dir="4690815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85D52A-B79D-8AFE-00CE-CA524773D07B}"/>
              </a:ext>
            </a:extLst>
          </p:cNvPr>
          <p:cNvSpPr/>
          <p:nvPr/>
        </p:nvSpPr>
        <p:spPr>
          <a:xfrm>
            <a:off x="575656" y="1207834"/>
            <a:ext cx="5257800" cy="49283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8327" dist="157871" dir="4690815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C4DDA-7C76-5C62-3276-F9CEEA80D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057" y="221401"/>
            <a:ext cx="10515600" cy="849899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7E1E6-7E6A-DCCB-F1F9-B9E905E46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8057" y="1384703"/>
            <a:ext cx="4983811" cy="4592279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EB8D3-82CF-166B-2858-EA5CD2C90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6059" y="1364551"/>
            <a:ext cx="4937883" cy="4592279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F55692-CC62-39CC-A639-3A9D6036FC5C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4826CF88-AE37-B31A-0789-87CE800F1FA6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349D5B56-935D-EBB8-35DF-C925AE705DC7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8D6B06E-FBDD-DA60-D1CC-25BDD084D180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1C67BA-F9E2-FF8D-148F-D31E3A417FA6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37310A-161E-8DD6-6297-ED46B6B26899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1245414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2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5B9E-C32E-CD2D-1CF4-CFF7CDA6C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398" y="0"/>
            <a:ext cx="10515600" cy="988208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0272E7-F9AD-1625-DFB8-5E95EBBD0E7C}"/>
              </a:ext>
            </a:extLst>
          </p:cNvPr>
          <p:cNvSpPr/>
          <p:nvPr/>
        </p:nvSpPr>
        <p:spPr>
          <a:xfrm>
            <a:off x="4221859" y="1071461"/>
            <a:ext cx="3754034" cy="51714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8327" dist="157871" dir="4690815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8ABD09-2F2B-067B-2F20-8BCD3383DED5}"/>
              </a:ext>
            </a:extLst>
          </p:cNvPr>
          <p:cNvSpPr/>
          <p:nvPr/>
        </p:nvSpPr>
        <p:spPr>
          <a:xfrm>
            <a:off x="8195546" y="1071460"/>
            <a:ext cx="3754034" cy="51714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8327" dist="157871" dir="4690815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F78158-9DEA-9BB8-929D-DEFDC856996E}"/>
              </a:ext>
            </a:extLst>
          </p:cNvPr>
          <p:cNvSpPr/>
          <p:nvPr/>
        </p:nvSpPr>
        <p:spPr>
          <a:xfrm>
            <a:off x="229894" y="1036900"/>
            <a:ext cx="3754035" cy="51714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8327" dist="157871" dir="4690815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793119-15E9-9A84-31E9-AF2CC4EBD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9423" y="1219736"/>
            <a:ext cx="3294975" cy="512762"/>
          </a:xfr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1800"/>
            </a:lvl2pPr>
            <a:lvl3pPr>
              <a:defRPr sz="1800"/>
            </a:lvl3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C14BA4-1920-796E-BC10-C09FEE6B5A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8512" y="1219736"/>
            <a:ext cx="3294975" cy="512762"/>
          </a:xfr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800"/>
            </a:lvl3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334B20F-8F55-609C-DD52-99ED3E9139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25075" y="1219736"/>
            <a:ext cx="3294975" cy="512762"/>
          </a:xfr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800"/>
            </a:lvl3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BD19111-B122-9D58-835C-4F02D204C1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8563" y="1849701"/>
            <a:ext cx="3294975" cy="417926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B2AED0B8-E9B0-7ACC-A961-9277387832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2250" y="1849701"/>
            <a:ext cx="3294975" cy="417926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7E92FAB8-1A70-34EA-209A-8B1001981A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25075" y="1849701"/>
            <a:ext cx="3294975" cy="417926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A176A6F-6A8B-F1F0-6FF0-EA35FD08FEC2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7" name="Freeform: Shape 12">
              <a:extLst>
                <a:ext uri="{FF2B5EF4-FFF2-40B4-BE49-F238E27FC236}">
                  <a16:creationId xmlns:a16="http://schemas.microsoft.com/office/drawing/2014/main" id="{072273DF-3D04-6E09-CBC4-073B5F1E7F47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3">
              <a:extLst>
                <a:ext uri="{FF2B5EF4-FFF2-40B4-BE49-F238E27FC236}">
                  <a16:creationId xmlns:a16="http://schemas.microsoft.com/office/drawing/2014/main" id="{333EE5C5-9B82-A280-8810-9976FCE05FDE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6982815-6693-2A80-F462-1B887C7CD370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CD4D57-0A93-F892-C4F7-D8D51F6FE7A4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D4049C5-ADFB-9EAA-CD40-AA7AA2BC1FD7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7956495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0157-2198-C807-C1FD-6D1EE39A4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086681" y="2362255"/>
            <a:ext cx="5498926" cy="1325563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B5D795-2EAF-5565-C17A-A3E06BCA5FBD}"/>
              </a:ext>
            </a:extLst>
          </p:cNvPr>
          <p:cNvSpPr/>
          <p:nvPr/>
        </p:nvSpPr>
        <p:spPr>
          <a:xfrm>
            <a:off x="5173852" y="290132"/>
            <a:ext cx="3075924" cy="59729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8327" dist="157871" dir="4690815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23B2FD-BE68-91A8-60B9-C6B5F0927503}"/>
              </a:ext>
            </a:extLst>
          </p:cNvPr>
          <p:cNvSpPr/>
          <p:nvPr/>
        </p:nvSpPr>
        <p:spPr>
          <a:xfrm>
            <a:off x="8590719" y="290131"/>
            <a:ext cx="3075924" cy="59729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8327" dist="157871" dir="4690815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54FE85-A435-3E38-A401-F8BE54095151}"/>
              </a:ext>
            </a:extLst>
          </p:cNvPr>
          <p:cNvSpPr/>
          <p:nvPr/>
        </p:nvSpPr>
        <p:spPr>
          <a:xfrm>
            <a:off x="1756985" y="290133"/>
            <a:ext cx="3075924" cy="59729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8327" dist="157871" dir="4690815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76352DD-1F68-5135-EDDE-15856A0C7E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40919" y="565592"/>
            <a:ext cx="2740431" cy="512762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1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685444E-2ACF-9050-22E0-6C8F238DE7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40918" y="1171852"/>
            <a:ext cx="2740432" cy="495552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6A31C07-C8DA-43D2-337B-9672A1143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46169" y="565592"/>
            <a:ext cx="2740431" cy="512762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1600"/>
            </a:lvl2pPr>
            <a:lvl3pPr>
              <a:defRPr sz="1600"/>
            </a:lvl3pPr>
            <a:lvl4pPr>
              <a:defRPr sz="11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51DD7C-5EF0-19B4-42CD-4BFB5AA27F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46168" y="1171852"/>
            <a:ext cx="2740432" cy="495552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93E05213-389B-7472-1A1D-50991EEA24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82218" y="565592"/>
            <a:ext cx="2740431" cy="512762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1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61BB20A-38A5-47BD-F2F2-92097ED38B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82217" y="1171852"/>
            <a:ext cx="2740432" cy="495552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A9CC4C8-C7CE-8A6B-8518-6AE069ACC4BD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7" name="Freeform: Shape 12">
              <a:extLst>
                <a:ext uri="{FF2B5EF4-FFF2-40B4-BE49-F238E27FC236}">
                  <a16:creationId xmlns:a16="http://schemas.microsoft.com/office/drawing/2014/main" id="{5424D314-AE97-50B9-06D9-EEEBC762679D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3">
              <a:extLst>
                <a:ext uri="{FF2B5EF4-FFF2-40B4-BE49-F238E27FC236}">
                  <a16:creationId xmlns:a16="http://schemas.microsoft.com/office/drawing/2014/main" id="{DD037487-7006-C92B-F687-E9EBF7D3DB62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4424020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5B9E-C32E-CD2D-1CF4-CFF7CDA6C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20" y="118533"/>
            <a:ext cx="6971180" cy="717978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F78158-9DEA-9BB8-929D-DEFDC856996E}"/>
              </a:ext>
            </a:extLst>
          </p:cNvPr>
          <p:cNvSpPr/>
          <p:nvPr/>
        </p:nvSpPr>
        <p:spPr>
          <a:xfrm>
            <a:off x="242420" y="1036898"/>
            <a:ext cx="2753554" cy="51714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8327" dist="157871" dir="4690815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793119-15E9-9A84-31E9-AF2CC4EBD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1149" y="1250214"/>
            <a:ext cx="2416837" cy="512762"/>
          </a:xfrm>
        </p:spPr>
        <p:txBody>
          <a:bodyPr anchor="b">
            <a:no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1800"/>
            </a:lvl2pPr>
            <a:lvl3pPr>
              <a:defRPr sz="1800"/>
            </a:lvl3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BD19111-B122-9D58-835C-4F02D204C1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89" y="1880179"/>
            <a:ext cx="2416837" cy="417926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344488" indent="-222250">
              <a:tabLst/>
              <a:defRPr sz="1200"/>
            </a:lvl2pPr>
            <a:lvl3pPr marL="577850" indent="-222250">
              <a:tabLst/>
              <a:defRPr sz="12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ED501A-3CC4-2AD4-3EA0-6D2E71BB4732}"/>
              </a:ext>
            </a:extLst>
          </p:cNvPr>
          <p:cNvSpPr/>
          <p:nvPr/>
        </p:nvSpPr>
        <p:spPr>
          <a:xfrm>
            <a:off x="3224483" y="1036898"/>
            <a:ext cx="2753554" cy="51714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8327" dist="157871" dir="4690815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A7AEAB7E-0E8C-2EE8-FC8D-F8352308DB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03212" y="1250214"/>
            <a:ext cx="2416837" cy="512762"/>
          </a:xfrm>
        </p:spPr>
        <p:txBody>
          <a:bodyPr anchor="b">
            <a:no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1800"/>
            </a:lvl2pPr>
            <a:lvl3pPr>
              <a:defRPr sz="1800"/>
            </a:lvl3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D21B12CE-1432-703B-CB98-71567F0085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2352" y="1880179"/>
            <a:ext cx="2416837" cy="417926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344488" indent="-222250">
              <a:tabLst/>
              <a:defRPr sz="1200"/>
            </a:lvl2pPr>
            <a:lvl3pPr marL="577850" indent="-222250">
              <a:tabLst/>
              <a:defRPr sz="12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F2EDAD-0C51-BD3F-6C25-51236B8B0BAA}"/>
              </a:ext>
            </a:extLst>
          </p:cNvPr>
          <p:cNvSpPr/>
          <p:nvPr/>
        </p:nvSpPr>
        <p:spPr>
          <a:xfrm>
            <a:off x="6206546" y="1036898"/>
            <a:ext cx="2753554" cy="51714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8327" dist="157871" dir="4690815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B3D04B20-3D84-4765-F5BE-0514668536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5275" y="1250214"/>
            <a:ext cx="2416837" cy="512762"/>
          </a:xfrm>
        </p:spPr>
        <p:txBody>
          <a:bodyPr anchor="b">
            <a:no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1800"/>
            </a:lvl2pPr>
            <a:lvl3pPr>
              <a:defRPr sz="1800"/>
            </a:lvl3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E0102F2-3745-267C-337B-FF49900C89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4415" y="1880179"/>
            <a:ext cx="2416837" cy="417926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344488" indent="-222250">
              <a:tabLst/>
              <a:defRPr sz="1200"/>
            </a:lvl2pPr>
            <a:lvl3pPr marL="577850" indent="-222250">
              <a:tabLst/>
              <a:defRPr sz="12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40C541-BC55-C10D-3523-265EB3486D58}"/>
              </a:ext>
            </a:extLst>
          </p:cNvPr>
          <p:cNvSpPr/>
          <p:nvPr/>
        </p:nvSpPr>
        <p:spPr>
          <a:xfrm>
            <a:off x="9188609" y="1036898"/>
            <a:ext cx="2753554" cy="51714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58327" dist="157871" dir="4690815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B300FB9C-7BCC-FF2B-43C4-AF54ED7F4D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67338" y="1250214"/>
            <a:ext cx="2416837" cy="512762"/>
          </a:xfrm>
        </p:spPr>
        <p:txBody>
          <a:bodyPr anchor="b">
            <a:no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1800"/>
            </a:lvl2pPr>
            <a:lvl3pPr>
              <a:defRPr sz="1800"/>
            </a:lvl3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E7F51ED2-657C-85E3-53E5-A03523F0568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76478" y="1880179"/>
            <a:ext cx="2416837" cy="417926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344488" indent="-222250">
              <a:tabLst/>
              <a:defRPr sz="1200"/>
            </a:lvl2pPr>
            <a:lvl3pPr marL="577850" indent="-222250">
              <a:tabLst/>
              <a:defRPr sz="12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C4BA997-40EE-1EB1-16B1-D212245D0621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69B6617-78CC-6FAF-CEA4-D9430761EF6E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3">
              <a:extLst>
                <a:ext uri="{FF2B5EF4-FFF2-40B4-BE49-F238E27FC236}">
                  <a16:creationId xmlns:a16="http://schemas.microsoft.com/office/drawing/2014/main" id="{F7C526CD-6E88-6294-D309-00AD09D58AD0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8935839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0D9F1-C511-C3AF-0630-EB7EB05BF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506" y="458787"/>
            <a:ext cx="5673746" cy="799004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592E30-0613-C5E9-DCCF-452CCB9A9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51576" y="1434230"/>
            <a:ext cx="5660676" cy="51174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EDFBA3B-8ED7-956D-51B3-618D2FEF3357}"/>
              </a:ext>
            </a:extLst>
          </p:cNvPr>
          <p:cNvSpPr/>
          <p:nvPr/>
        </p:nvSpPr>
        <p:spPr>
          <a:xfrm>
            <a:off x="1036107" y="1257791"/>
            <a:ext cx="4342418" cy="4342418"/>
          </a:xfrm>
          <a:prstGeom prst="ellipse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2E4636-4814-D0BC-AA8C-405957FDDBEE}"/>
              </a:ext>
            </a:extLst>
          </p:cNvPr>
          <p:cNvSpPr/>
          <p:nvPr/>
        </p:nvSpPr>
        <p:spPr>
          <a:xfrm>
            <a:off x="1157778" y="128316"/>
            <a:ext cx="2609740" cy="2609740"/>
          </a:xfrm>
          <a:prstGeom prst="ellipse">
            <a:avLst/>
          </a:prstGeom>
          <a:solidFill>
            <a:schemeClr val="accent2">
              <a:alpha val="5012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D235F01-3C9E-FC7D-4850-6DFA2C1737C6}"/>
              </a:ext>
            </a:extLst>
          </p:cNvPr>
          <p:cNvSpPr/>
          <p:nvPr/>
        </p:nvSpPr>
        <p:spPr>
          <a:xfrm>
            <a:off x="1516273" y="4512351"/>
            <a:ext cx="1719769" cy="1719769"/>
          </a:xfrm>
          <a:prstGeom prst="ellipse">
            <a:avLst/>
          </a:prstGeom>
          <a:solidFill>
            <a:schemeClr val="accent3">
              <a:alpha val="5012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37BBCEE-D44F-2F66-4440-1857F839653B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083CE6B1-F088-4195-481A-9893FB70F6EE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CFBAF955-2F23-6472-F37A-85ECA13A1B42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F0B3C30-8092-EB32-03FE-964F733222F0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4F19EA-710E-4688-FA78-0A57C84E620F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1EB6C1-03C8-F70A-1531-F8A844CEE78E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0170237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6D6B-35C2-DEF7-4D2A-752F92BAE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10F33-079F-ABEC-0B4E-F26D6265F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19526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890CF-CEE9-8CF0-4A7A-799534DA4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43438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B2ACB9-1DE5-7B72-32B1-9F6CCBB4C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19526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A9721-23B7-AF3C-17A3-FA646D19DA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43438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A9B935-D46B-6232-812E-742FC0105B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5850323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3D17A-AA7B-C45C-E309-874F77448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85032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EA98D35-F3ED-0961-8798-4E0314E17B9B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7" name="Freeform: Shape 12">
              <a:extLst>
                <a:ext uri="{FF2B5EF4-FFF2-40B4-BE49-F238E27FC236}">
                  <a16:creationId xmlns:a16="http://schemas.microsoft.com/office/drawing/2014/main" id="{970AEBFF-B58C-621F-6EF9-2B9087C05821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3">
              <a:extLst>
                <a:ext uri="{FF2B5EF4-FFF2-40B4-BE49-F238E27FC236}">
                  <a16:creationId xmlns:a16="http://schemas.microsoft.com/office/drawing/2014/main" id="{2FD73F39-3474-7C86-D60C-1F990F59CF7B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BB093A1-8331-C0EB-8CE5-97480C0AA7FE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B05506F-D96C-A6F3-A444-E8418AA16266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E2DA7CB-C4A5-9B8C-62A9-4312189F13D6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3676117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49C99-F901-40B8-9A69-9C895E231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50CE39B-0C5B-E1ED-2D5D-3244DB6992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50971" y="1296259"/>
            <a:ext cx="8348662" cy="3729625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FontTx/>
              <a:buNone/>
              <a:defRPr/>
            </a:lvl2pPr>
            <a:lvl3pPr marL="914400" indent="0" algn="ctr">
              <a:buFontTx/>
              <a:buNone/>
              <a:defRPr/>
            </a:lvl3pPr>
            <a:lvl4pPr marL="1371600" indent="0" algn="ctr">
              <a:buFontTx/>
              <a:buNone/>
              <a:defRPr/>
            </a:lvl4pPr>
            <a:lvl5pPr marL="18288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1058BF-40BA-2B42-B4EA-60A0A0C3C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5564" y="6399490"/>
            <a:ext cx="811708" cy="18256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4F41FA0-39BB-46A8-9BD3-E9F777CB2989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5C61F6E-04A0-B030-BD7E-C501FD4ACD66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3">
              <a:extLst>
                <a:ext uri="{FF2B5EF4-FFF2-40B4-BE49-F238E27FC236}">
                  <a16:creationId xmlns:a16="http://schemas.microsoft.com/office/drawing/2014/main" id="{F1C577E0-12BE-7C2E-5430-D807AA123CE6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132FFEA-C804-134A-3AE2-5F486BE517CB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7869DD0-3924-02A1-5072-04CC76CA3E0D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9D9FF5A-43DC-31C0-8DC4-F716ED1BEF62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5855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829A0-9294-7CCA-3716-E3428805B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28" y="291973"/>
            <a:ext cx="11472672" cy="915035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204275-5D15-3F36-6805-C0CA9B2F8904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05B6CB07-571F-EAA9-E677-7E609D03E05B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3">
              <a:extLst>
                <a:ext uri="{FF2B5EF4-FFF2-40B4-BE49-F238E27FC236}">
                  <a16:creationId xmlns:a16="http://schemas.microsoft.com/office/drawing/2014/main" id="{482A1889-51F8-907A-85A6-2A06FFE7074F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889297D-D738-07C4-BE67-83608DB42F38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8EEA619-A169-FD6C-FB7C-AD062167AB63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C0B90C6-2186-B49C-0103-A16247F6B785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2174877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Quote or Call 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946A59-2AEB-A2C8-C028-7D328BD4D8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440" b="416"/>
          <a:stretch>
            <a:fillRect/>
          </a:stretch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ADEE45-EDF9-5E36-7F31-9930515C80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6819" y="1027133"/>
            <a:ext cx="8130436" cy="2931091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Medium Text Call Out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823B4B-5294-2AF7-6DD4-3FF0D8BB6211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23E5C527-786A-074E-8B7E-553128F6A825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60B4834B-4817-229A-75B0-CF6AAF166725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EACC905-7529-57DA-AAED-AC373D9ACF4D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BBEB0C-6C45-2F09-8FE7-276AE85518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49964ED6-FDFA-6947-2338-E9B5E27F85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5477C7BB-FB9A-AB58-2697-C86DB18BA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4F0C2DA-5342-ACA1-3279-06587FC927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A534EB29-C430-2E8C-C96D-F0CFD9274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08F1B6F-ACC2-5C9E-A1D0-10B8EFA005E4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5035134-4013-CCD6-A676-4BA68DB5EC3A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chemeClr val="bg1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F58CEAF-A37A-6806-C4E3-D6BAC660EB75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chemeClr val="bg1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chemeClr val="bg1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8763705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1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191E849-2800-4BF6-8648-1810868AFEE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352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AC093F2-4A94-4EC7-BFC5-282DC86922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1327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AB8F044-DB76-470F-8712-563C8D77DAF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99129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6100BE5D-F975-4662-A5D8-73DD0F66631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16931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F780AC3-2DC9-4EBB-9F4A-4B369FDC73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34733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F4241E2C-AEC5-4C2F-A388-B4005397B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5253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BA3AED32-46CB-466C-8765-2739AAC2E4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0337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AB8256EC-2FE2-400D-A4E4-37966548E29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88139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EED6D159-A3F2-4B02-A7D4-A0B7B2A9800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05941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39B61045-8A1E-4798-B8A2-EE3524BDB5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823743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24E153D6-CC1A-4C88-B1FD-0A426D1D03A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4154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6D96D149-215E-4BD5-A884-53D586135DB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9347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D5BF7F5-BDD5-40DB-BD6D-939B542632F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677149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164B8FCE-B1CA-42F7-B454-3438E06D86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294951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EB9A9CBA-FB99-49CD-A237-6D4D9DF8D53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12753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69F3A84F-1D90-4186-8101-4814ED5DA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53055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C76DCF5B-3447-4568-B4B0-947C6E32FDE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48357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F23FB5D0-81E3-4C82-8E04-C2F90191C51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766159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7EB411D-F9B1-4144-991C-30A07DB25FF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38396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273D9433-3F04-4DB6-A540-D8A1D24C903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352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FB754A3E-2B8E-453B-88CA-A6F907506AE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81327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5E74892-D88D-41F2-9117-D95D3BE6613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499129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108368C8-1137-4A8C-9EE2-4894AB94D3F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116931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45740006-347F-4A43-87BD-295666157DE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734733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CDE4A34E-8077-4534-A072-C6C634A4163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35253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CD0486D7-393B-434F-B2BB-563A2E02D483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970337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734AAF6-A301-46B4-BF02-4D780BFDEDC4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588139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2D8158EF-EF53-46D2-A438-ACBF30FCDB6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205941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4096548D-9E8F-4860-9DC7-5CA22D780FA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823743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F04F13FF-F1AE-48B8-A4FD-355BAADF858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44154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26B793F-2B20-430D-964C-8AC252AE1748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059347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ED02578B-E967-4964-875F-710800DF85FD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677149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D74F66E9-31E4-4ECD-A33D-5D0A5F37AD5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294951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F23DFA21-4B2A-4CA6-9534-0D3B9BA9E2A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912753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4" name="Picture Placeholder 3">
            <a:extLst>
              <a:ext uri="{FF2B5EF4-FFF2-40B4-BE49-F238E27FC236}">
                <a16:creationId xmlns:a16="http://schemas.microsoft.com/office/drawing/2014/main" id="{551CD1F5-FAB3-4F44-90FD-CE85BEDF22B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953055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5" name="Picture Placeholder 3">
            <a:extLst>
              <a:ext uri="{FF2B5EF4-FFF2-40B4-BE49-F238E27FC236}">
                <a16:creationId xmlns:a16="http://schemas.microsoft.com/office/drawing/2014/main" id="{7830396A-3A72-443A-A43E-E531B0939393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48357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6" name="Picture Placeholder 3">
            <a:extLst>
              <a:ext uri="{FF2B5EF4-FFF2-40B4-BE49-F238E27FC236}">
                <a16:creationId xmlns:a16="http://schemas.microsoft.com/office/drawing/2014/main" id="{7A2EAB1E-A4A2-44B9-8542-2970064A6DBA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0766159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7" name="Picture Placeholder 3">
            <a:extLst>
              <a:ext uri="{FF2B5EF4-FFF2-40B4-BE49-F238E27FC236}">
                <a16:creationId xmlns:a16="http://schemas.microsoft.com/office/drawing/2014/main" id="{4C0C34B8-D05F-4634-92A9-1121E46BD24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38396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8" name="Picture Placeholder 3">
            <a:extLst>
              <a:ext uri="{FF2B5EF4-FFF2-40B4-BE49-F238E27FC236}">
                <a16:creationId xmlns:a16="http://schemas.microsoft.com/office/drawing/2014/main" id="{445DF841-33B2-4DFE-BA75-AA74A3D4DB94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6352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4110FFA9-1B80-4DF3-A48E-50C405C31F5F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81327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0" name="Picture Placeholder 3">
            <a:extLst>
              <a:ext uri="{FF2B5EF4-FFF2-40B4-BE49-F238E27FC236}">
                <a16:creationId xmlns:a16="http://schemas.microsoft.com/office/drawing/2014/main" id="{0B328F52-5934-4D92-B82C-701750773ED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1499129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91141F52-193F-4982-89B4-BD89EB2D2FF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2116931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D3CDD8F0-35CB-4B85-9815-18C9E5400CE9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2734733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3" name="Picture Placeholder 3">
            <a:extLst>
              <a:ext uri="{FF2B5EF4-FFF2-40B4-BE49-F238E27FC236}">
                <a16:creationId xmlns:a16="http://schemas.microsoft.com/office/drawing/2014/main" id="{E3C68C9F-69A8-4C66-9E5C-F696B78E7A8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335253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E48D4A9D-F4EA-4200-B41D-792D3A1FDB18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3970337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7D10700B-EF2C-4269-85AA-A576A5E7AAE7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4588139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6" name="Picture Placeholder 3">
            <a:extLst>
              <a:ext uri="{FF2B5EF4-FFF2-40B4-BE49-F238E27FC236}">
                <a16:creationId xmlns:a16="http://schemas.microsoft.com/office/drawing/2014/main" id="{8FE06C52-BE87-4452-A441-01D6FAEDC7B9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5205941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7" name="Picture Placeholder 3">
            <a:extLst>
              <a:ext uri="{FF2B5EF4-FFF2-40B4-BE49-F238E27FC236}">
                <a16:creationId xmlns:a16="http://schemas.microsoft.com/office/drawing/2014/main" id="{9C084F4C-80FE-4ED7-85C1-A2C8D3DD1017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5823743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8" name="Picture Placeholder 3">
            <a:extLst>
              <a:ext uri="{FF2B5EF4-FFF2-40B4-BE49-F238E27FC236}">
                <a16:creationId xmlns:a16="http://schemas.microsoft.com/office/drawing/2014/main" id="{1EDF1320-9D98-470A-8C44-57E324150AB0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644154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9" name="Picture Placeholder 3">
            <a:extLst>
              <a:ext uri="{FF2B5EF4-FFF2-40B4-BE49-F238E27FC236}">
                <a16:creationId xmlns:a16="http://schemas.microsoft.com/office/drawing/2014/main" id="{54CE2C3F-648A-4865-9C1C-F70BCEA56BAB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7059347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0" name="Picture Placeholder 3">
            <a:extLst>
              <a:ext uri="{FF2B5EF4-FFF2-40B4-BE49-F238E27FC236}">
                <a16:creationId xmlns:a16="http://schemas.microsoft.com/office/drawing/2014/main" id="{04488910-10BE-4568-A894-D1F66E526B32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677149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1" name="Picture Placeholder 3">
            <a:extLst>
              <a:ext uri="{FF2B5EF4-FFF2-40B4-BE49-F238E27FC236}">
                <a16:creationId xmlns:a16="http://schemas.microsoft.com/office/drawing/2014/main" id="{DE050430-1DFA-4EEA-88CE-F666454182CE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8294951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2" name="Picture Placeholder 3">
            <a:extLst>
              <a:ext uri="{FF2B5EF4-FFF2-40B4-BE49-F238E27FC236}">
                <a16:creationId xmlns:a16="http://schemas.microsoft.com/office/drawing/2014/main" id="{7250F372-456A-4F64-87F5-CD1117D7AD7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8912753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3" name="Picture Placeholder 3">
            <a:extLst>
              <a:ext uri="{FF2B5EF4-FFF2-40B4-BE49-F238E27FC236}">
                <a16:creationId xmlns:a16="http://schemas.microsoft.com/office/drawing/2014/main" id="{E9B8EF17-D699-4B18-A4C1-B7DD32034BEF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953055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4" name="Picture Placeholder 3">
            <a:extLst>
              <a:ext uri="{FF2B5EF4-FFF2-40B4-BE49-F238E27FC236}">
                <a16:creationId xmlns:a16="http://schemas.microsoft.com/office/drawing/2014/main" id="{B42A02A3-6577-4FCF-9110-6215370250BD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0148357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5" name="Picture Placeholder 3">
            <a:extLst>
              <a:ext uri="{FF2B5EF4-FFF2-40B4-BE49-F238E27FC236}">
                <a16:creationId xmlns:a16="http://schemas.microsoft.com/office/drawing/2014/main" id="{E55B7AA4-F948-4499-858F-65CBEBC2C9AB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10766159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6" name="Picture Placeholder 3">
            <a:extLst>
              <a:ext uri="{FF2B5EF4-FFF2-40B4-BE49-F238E27FC236}">
                <a16:creationId xmlns:a16="http://schemas.microsoft.com/office/drawing/2014/main" id="{6A44A91D-9498-4AA5-9F3D-38067C377E04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138396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7" name="Picture Placeholder 3">
            <a:extLst>
              <a:ext uri="{FF2B5EF4-FFF2-40B4-BE49-F238E27FC236}">
                <a16:creationId xmlns:a16="http://schemas.microsoft.com/office/drawing/2014/main" id="{84DE4921-BD50-4781-A4DE-503D567B897A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26352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3">
            <a:extLst>
              <a:ext uri="{FF2B5EF4-FFF2-40B4-BE49-F238E27FC236}">
                <a16:creationId xmlns:a16="http://schemas.microsoft.com/office/drawing/2014/main" id="{87A60B1D-2FC2-431E-B149-F5367EB8E6D5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881327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9" name="Picture Placeholder 3">
            <a:extLst>
              <a:ext uri="{FF2B5EF4-FFF2-40B4-BE49-F238E27FC236}">
                <a16:creationId xmlns:a16="http://schemas.microsoft.com/office/drawing/2014/main" id="{AC0F2921-F30D-463D-B8E2-5A19F41B075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499129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0" name="Picture Placeholder 3">
            <a:extLst>
              <a:ext uri="{FF2B5EF4-FFF2-40B4-BE49-F238E27FC236}">
                <a16:creationId xmlns:a16="http://schemas.microsoft.com/office/drawing/2014/main" id="{6C9B703D-CC7A-4C52-B0B7-91BE5753C7B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116931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1" name="Picture Placeholder 3">
            <a:extLst>
              <a:ext uri="{FF2B5EF4-FFF2-40B4-BE49-F238E27FC236}">
                <a16:creationId xmlns:a16="http://schemas.microsoft.com/office/drawing/2014/main" id="{B0AA674E-F985-473C-9472-BD3B17AC93DE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2734733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2" name="Picture Placeholder 3">
            <a:extLst>
              <a:ext uri="{FF2B5EF4-FFF2-40B4-BE49-F238E27FC236}">
                <a16:creationId xmlns:a16="http://schemas.microsoft.com/office/drawing/2014/main" id="{C90D6D1E-01FE-489A-A9FD-F659A69EFB1D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335253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24877CE8-7FEA-45F2-BAAF-1DB49C2EA89A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3970337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4" name="Picture Placeholder 3">
            <a:extLst>
              <a:ext uri="{FF2B5EF4-FFF2-40B4-BE49-F238E27FC236}">
                <a16:creationId xmlns:a16="http://schemas.microsoft.com/office/drawing/2014/main" id="{6909F2FF-4E62-4BDF-9D4F-63160E2F5421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4588139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5" name="Picture Placeholder 3">
            <a:extLst>
              <a:ext uri="{FF2B5EF4-FFF2-40B4-BE49-F238E27FC236}">
                <a16:creationId xmlns:a16="http://schemas.microsoft.com/office/drawing/2014/main" id="{55B26041-2085-4617-B87E-5EE67E48AED3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5205941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6" name="Picture Placeholder 3">
            <a:extLst>
              <a:ext uri="{FF2B5EF4-FFF2-40B4-BE49-F238E27FC236}">
                <a16:creationId xmlns:a16="http://schemas.microsoft.com/office/drawing/2014/main" id="{772E60F6-DEE9-42E1-BE2E-A756D7DB2394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5823743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7" name="Picture Placeholder 3">
            <a:extLst>
              <a:ext uri="{FF2B5EF4-FFF2-40B4-BE49-F238E27FC236}">
                <a16:creationId xmlns:a16="http://schemas.microsoft.com/office/drawing/2014/main" id="{E65C1EC8-AACB-464B-BAC6-A0C6ED82C98D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644154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8" name="Picture Placeholder 3">
            <a:extLst>
              <a:ext uri="{FF2B5EF4-FFF2-40B4-BE49-F238E27FC236}">
                <a16:creationId xmlns:a16="http://schemas.microsoft.com/office/drawing/2014/main" id="{5884D4E4-66AC-4B89-B94A-0342E07C5E91}"/>
              </a:ext>
            </a:extLst>
          </p:cNvPr>
          <p:cNvSpPr>
            <a:spLocks noGrp="1"/>
          </p:cNvSpPr>
          <p:nvPr>
            <p:ph type="pic" sz="quarter" idx="78"/>
          </p:nvPr>
        </p:nvSpPr>
        <p:spPr>
          <a:xfrm>
            <a:off x="7059347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9" name="Picture Placeholder 3">
            <a:extLst>
              <a:ext uri="{FF2B5EF4-FFF2-40B4-BE49-F238E27FC236}">
                <a16:creationId xmlns:a16="http://schemas.microsoft.com/office/drawing/2014/main" id="{223F551B-E0FC-4874-9368-A6A9A54AF800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7677149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619C14EC-64B1-455A-9C0A-B7C6D8DA0E1D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8294951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1" name="Picture Placeholder 3">
            <a:extLst>
              <a:ext uri="{FF2B5EF4-FFF2-40B4-BE49-F238E27FC236}">
                <a16:creationId xmlns:a16="http://schemas.microsoft.com/office/drawing/2014/main" id="{28089A62-C53A-4B53-8FD1-C69574BEDEB1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8912753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2" name="Picture Placeholder 3">
            <a:extLst>
              <a:ext uri="{FF2B5EF4-FFF2-40B4-BE49-F238E27FC236}">
                <a16:creationId xmlns:a16="http://schemas.microsoft.com/office/drawing/2014/main" id="{BB43722B-985F-43AC-82CF-C0E5A61D60C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53055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3" name="Picture Placeholder 3">
            <a:extLst>
              <a:ext uri="{FF2B5EF4-FFF2-40B4-BE49-F238E27FC236}">
                <a16:creationId xmlns:a16="http://schemas.microsoft.com/office/drawing/2014/main" id="{7E57E672-6586-4B21-B358-8BBE6CBE64A4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10148357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4" name="Picture Placeholder 3">
            <a:extLst>
              <a:ext uri="{FF2B5EF4-FFF2-40B4-BE49-F238E27FC236}">
                <a16:creationId xmlns:a16="http://schemas.microsoft.com/office/drawing/2014/main" id="{E6FAA9CF-2AF2-4E8B-8FD7-9FE6EFE13192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10766159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5" name="Picture Placeholder 3">
            <a:extLst>
              <a:ext uri="{FF2B5EF4-FFF2-40B4-BE49-F238E27FC236}">
                <a16:creationId xmlns:a16="http://schemas.microsoft.com/office/drawing/2014/main" id="{374F3063-3102-4C8D-8950-0C3613A479F6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1138396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6" name="Picture Placeholder 3">
            <a:extLst>
              <a:ext uri="{FF2B5EF4-FFF2-40B4-BE49-F238E27FC236}">
                <a16:creationId xmlns:a16="http://schemas.microsoft.com/office/drawing/2014/main" id="{12718832-C3C6-4E7B-803E-1E7C297AD74A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26352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7" name="Picture Placeholder 3">
            <a:extLst>
              <a:ext uri="{FF2B5EF4-FFF2-40B4-BE49-F238E27FC236}">
                <a16:creationId xmlns:a16="http://schemas.microsoft.com/office/drawing/2014/main" id="{64629C66-9BA1-4656-BE4F-9BEB4A89BDF6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881327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8" name="Picture Placeholder 3">
            <a:extLst>
              <a:ext uri="{FF2B5EF4-FFF2-40B4-BE49-F238E27FC236}">
                <a16:creationId xmlns:a16="http://schemas.microsoft.com/office/drawing/2014/main" id="{026AC32C-E1DC-4564-8EAA-C6658443DCE9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1499129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9" name="Picture Placeholder 3">
            <a:extLst>
              <a:ext uri="{FF2B5EF4-FFF2-40B4-BE49-F238E27FC236}">
                <a16:creationId xmlns:a16="http://schemas.microsoft.com/office/drawing/2014/main" id="{1F699C86-3334-49B1-8647-561FD50FB3B6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>
          <a:xfrm>
            <a:off x="2116931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0" name="Picture Placeholder 3">
            <a:extLst>
              <a:ext uri="{FF2B5EF4-FFF2-40B4-BE49-F238E27FC236}">
                <a16:creationId xmlns:a16="http://schemas.microsoft.com/office/drawing/2014/main" id="{0F7421AA-BFED-425B-8BDE-E0280558901D}"/>
              </a:ext>
            </a:extLst>
          </p:cNvPr>
          <p:cNvSpPr>
            <a:spLocks noGrp="1"/>
          </p:cNvSpPr>
          <p:nvPr>
            <p:ph type="pic" sz="quarter" idx="90"/>
          </p:nvPr>
        </p:nvSpPr>
        <p:spPr>
          <a:xfrm>
            <a:off x="2734733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1" name="Picture Placeholder 3">
            <a:extLst>
              <a:ext uri="{FF2B5EF4-FFF2-40B4-BE49-F238E27FC236}">
                <a16:creationId xmlns:a16="http://schemas.microsoft.com/office/drawing/2014/main" id="{4532239D-11CD-404A-B1E9-BCB2EF45FF3A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>
          <a:xfrm>
            <a:off x="335253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2" name="Picture Placeholder 3">
            <a:extLst>
              <a:ext uri="{FF2B5EF4-FFF2-40B4-BE49-F238E27FC236}">
                <a16:creationId xmlns:a16="http://schemas.microsoft.com/office/drawing/2014/main" id="{D41F7A79-14CF-4563-AAEC-123A3380A201}"/>
              </a:ext>
            </a:extLst>
          </p:cNvPr>
          <p:cNvSpPr>
            <a:spLocks noGrp="1"/>
          </p:cNvSpPr>
          <p:nvPr>
            <p:ph type="pic" sz="quarter" idx="92"/>
          </p:nvPr>
        </p:nvSpPr>
        <p:spPr>
          <a:xfrm>
            <a:off x="3970337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3" name="Picture Placeholder 3">
            <a:extLst>
              <a:ext uri="{FF2B5EF4-FFF2-40B4-BE49-F238E27FC236}">
                <a16:creationId xmlns:a16="http://schemas.microsoft.com/office/drawing/2014/main" id="{CECFBA8D-A5D0-4C1B-ABA0-7497D1CA26DD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>
          <a:xfrm>
            <a:off x="4588139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4" name="Picture Placeholder 3">
            <a:extLst>
              <a:ext uri="{FF2B5EF4-FFF2-40B4-BE49-F238E27FC236}">
                <a16:creationId xmlns:a16="http://schemas.microsoft.com/office/drawing/2014/main" id="{4EA06613-CEDB-4342-9A99-AA308CBA3E8B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>
          <a:xfrm>
            <a:off x="5205941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5" name="Picture Placeholder 3">
            <a:extLst>
              <a:ext uri="{FF2B5EF4-FFF2-40B4-BE49-F238E27FC236}">
                <a16:creationId xmlns:a16="http://schemas.microsoft.com/office/drawing/2014/main" id="{9065C0AA-C3E2-4D50-AB7B-A3E3F73789AA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>
          <a:xfrm>
            <a:off x="5823743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6" name="Picture Placeholder 3">
            <a:extLst>
              <a:ext uri="{FF2B5EF4-FFF2-40B4-BE49-F238E27FC236}">
                <a16:creationId xmlns:a16="http://schemas.microsoft.com/office/drawing/2014/main" id="{A465A43A-5ED6-4F01-A76D-9911FE2363AD}"/>
              </a:ext>
            </a:extLst>
          </p:cNvPr>
          <p:cNvSpPr>
            <a:spLocks noGrp="1"/>
          </p:cNvSpPr>
          <p:nvPr>
            <p:ph type="pic" sz="quarter" idx="96"/>
          </p:nvPr>
        </p:nvSpPr>
        <p:spPr>
          <a:xfrm>
            <a:off x="644154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7" name="Picture Placeholder 3">
            <a:extLst>
              <a:ext uri="{FF2B5EF4-FFF2-40B4-BE49-F238E27FC236}">
                <a16:creationId xmlns:a16="http://schemas.microsoft.com/office/drawing/2014/main" id="{14825284-E3AF-4092-A40D-284575002F34}"/>
              </a:ext>
            </a:extLst>
          </p:cNvPr>
          <p:cNvSpPr>
            <a:spLocks noGrp="1"/>
          </p:cNvSpPr>
          <p:nvPr>
            <p:ph type="pic" sz="quarter" idx="97"/>
          </p:nvPr>
        </p:nvSpPr>
        <p:spPr>
          <a:xfrm>
            <a:off x="7059347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8" name="Picture Placeholder 3">
            <a:extLst>
              <a:ext uri="{FF2B5EF4-FFF2-40B4-BE49-F238E27FC236}">
                <a16:creationId xmlns:a16="http://schemas.microsoft.com/office/drawing/2014/main" id="{2330A4BA-DE17-491D-A47B-7F2EF4BB10E7}"/>
              </a:ext>
            </a:extLst>
          </p:cNvPr>
          <p:cNvSpPr>
            <a:spLocks noGrp="1"/>
          </p:cNvSpPr>
          <p:nvPr>
            <p:ph type="pic" sz="quarter" idx="98"/>
          </p:nvPr>
        </p:nvSpPr>
        <p:spPr>
          <a:xfrm>
            <a:off x="7677149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9" name="Picture Placeholder 3">
            <a:extLst>
              <a:ext uri="{FF2B5EF4-FFF2-40B4-BE49-F238E27FC236}">
                <a16:creationId xmlns:a16="http://schemas.microsoft.com/office/drawing/2014/main" id="{3B607C97-2AE4-4282-8F71-C8A837A6D06B}"/>
              </a:ext>
            </a:extLst>
          </p:cNvPr>
          <p:cNvSpPr>
            <a:spLocks noGrp="1"/>
          </p:cNvSpPr>
          <p:nvPr>
            <p:ph type="pic" sz="quarter" idx="99"/>
          </p:nvPr>
        </p:nvSpPr>
        <p:spPr>
          <a:xfrm>
            <a:off x="8294951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0" name="Picture Placeholder 3">
            <a:extLst>
              <a:ext uri="{FF2B5EF4-FFF2-40B4-BE49-F238E27FC236}">
                <a16:creationId xmlns:a16="http://schemas.microsoft.com/office/drawing/2014/main" id="{3C94E2C4-8768-4EC3-96E6-E02A2ECD0F70}"/>
              </a:ext>
            </a:extLst>
          </p:cNvPr>
          <p:cNvSpPr>
            <a:spLocks noGrp="1"/>
          </p:cNvSpPr>
          <p:nvPr>
            <p:ph type="pic" sz="quarter" idx="100"/>
          </p:nvPr>
        </p:nvSpPr>
        <p:spPr>
          <a:xfrm>
            <a:off x="8912753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1" name="Picture Placeholder 3">
            <a:extLst>
              <a:ext uri="{FF2B5EF4-FFF2-40B4-BE49-F238E27FC236}">
                <a16:creationId xmlns:a16="http://schemas.microsoft.com/office/drawing/2014/main" id="{62E0E981-95BA-4642-AA4C-7B0B52CF6696}"/>
              </a:ext>
            </a:extLst>
          </p:cNvPr>
          <p:cNvSpPr>
            <a:spLocks noGrp="1"/>
          </p:cNvSpPr>
          <p:nvPr>
            <p:ph type="pic" sz="quarter" idx="101"/>
          </p:nvPr>
        </p:nvSpPr>
        <p:spPr>
          <a:xfrm>
            <a:off x="953055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2" name="Picture Placeholder 3">
            <a:extLst>
              <a:ext uri="{FF2B5EF4-FFF2-40B4-BE49-F238E27FC236}">
                <a16:creationId xmlns:a16="http://schemas.microsoft.com/office/drawing/2014/main" id="{73FD81BC-BC35-4C73-83AF-5C8724E1E818}"/>
              </a:ext>
            </a:extLst>
          </p:cNvPr>
          <p:cNvSpPr>
            <a:spLocks noGrp="1"/>
          </p:cNvSpPr>
          <p:nvPr>
            <p:ph type="pic" sz="quarter" idx="102"/>
          </p:nvPr>
        </p:nvSpPr>
        <p:spPr>
          <a:xfrm>
            <a:off x="10148357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3" name="Picture Placeholder 3">
            <a:extLst>
              <a:ext uri="{FF2B5EF4-FFF2-40B4-BE49-F238E27FC236}">
                <a16:creationId xmlns:a16="http://schemas.microsoft.com/office/drawing/2014/main" id="{35721567-DB33-4C45-8615-7543562C69AC}"/>
              </a:ext>
            </a:extLst>
          </p:cNvPr>
          <p:cNvSpPr>
            <a:spLocks noGrp="1"/>
          </p:cNvSpPr>
          <p:nvPr>
            <p:ph type="pic" sz="quarter" idx="103"/>
          </p:nvPr>
        </p:nvSpPr>
        <p:spPr>
          <a:xfrm>
            <a:off x="10766159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4" name="Picture Placeholder 3">
            <a:extLst>
              <a:ext uri="{FF2B5EF4-FFF2-40B4-BE49-F238E27FC236}">
                <a16:creationId xmlns:a16="http://schemas.microsoft.com/office/drawing/2014/main" id="{DC0CE326-1D20-4E58-BD07-4F3F714C33AC}"/>
              </a:ext>
            </a:extLst>
          </p:cNvPr>
          <p:cNvSpPr>
            <a:spLocks noGrp="1"/>
          </p:cNvSpPr>
          <p:nvPr>
            <p:ph type="pic" sz="quarter" idx="104"/>
          </p:nvPr>
        </p:nvSpPr>
        <p:spPr>
          <a:xfrm>
            <a:off x="1138396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5" name="Picture Placeholder 3">
            <a:extLst>
              <a:ext uri="{FF2B5EF4-FFF2-40B4-BE49-F238E27FC236}">
                <a16:creationId xmlns:a16="http://schemas.microsoft.com/office/drawing/2014/main" id="{F8659BAC-FEA6-4630-970C-0D2A6AC68B4D}"/>
              </a:ext>
            </a:extLst>
          </p:cNvPr>
          <p:cNvSpPr>
            <a:spLocks noGrp="1"/>
          </p:cNvSpPr>
          <p:nvPr>
            <p:ph type="pic" sz="quarter" idx="105"/>
          </p:nvPr>
        </p:nvSpPr>
        <p:spPr>
          <a:xfrm>
            <a:off x="26352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6" name="Picture Placeholder 3">
            <a:extLst>
              <a:ext uri="{FF2B5EF4-FFF2-40B4-BE49-F238E27FC236}">
                <a16:creationId xmlns:a16="http://schemas.microsoft.com/office/drawing/2014/main" id="{4CDDEEE9-1030-4C65-B825-72CE4282950C}"/>
              </a:ext>
            </a:extLst>
          </p:cNvPr>
          <p:cNvSpPr>
            <a:spLocks noGrp="1"/>
          </p:cNvSpPr>
          <p:nvPr>
            <p:ph type="pic" sz="quarter" idx="106"/>
          </p:nvPr>
        </p:nvSpPr>
        <p:spPr>
          <a:xfrm>
            <a:off x="881327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7" name="Picture Placeholder 3">
            <a:extLst>
              <a:ext uri="{FF2B5EF4-FFF2-40B4-BE49-F238E27FC236}">
                <a16:creationId xmlns:a16="http://schemas.microsoft.com/office/drawing/2014/main" id="{3309FA2B-7DF8-49A2-97C1-A4BA3B0152CD}"/>
              </a:ext>
            </a:extLst>
          </p:cNvPr>
          <p:cNvSpPr>
            <a:spLocks noGrp="1"/>
          </p:cNvSpPr>
          <p:nvPr>
            <p:ph type="pic" sz="quarter" idx="107"/>
          </p:nvPr>
        </p:nvSpPr>
        <p:spPr>
          <a:xfrm>
            <a:off x="1499129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8" name="Picture Placeholder 3">
            <a:extLst>
              <a:ext uri="{FF2B5EF4-FFF2-40B4-BE49-F238E27FC236}">
                <a16:creationId xmlns:a16="http://schemas.microsoft.com/office/drawing/2014/main" id="{A65D839D-CBB7-4C01-8E96-D05876D35D81}"/>
              </a:ext>
            </a:extLst>
          </p:cNvPr>
          <p:cNvSpPr>
            <a:spLocks noGrp="1"/>
          </p:cNvSpPr>
          <p:nvPr>
            <p:ph type="pic" sz="quarter" idx="108"/>
          </p:nvPr>
        </p:nvSpPr>
        <p:spPr>
          <a:xfrm>
            <a:off x="2116931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9" name="Picture Placeholder 3">
            <a:extLst>
              <a:ext uri="{FF2B5EF4-FFF2-40B4-BE49-F238E27FC236}">
                <a16:creationId xmlns:a16="http://schemas.microsoft.com/office/drawing/2014/main" id="{1E0787E0-4FB5-403C-B691-117B7A871569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2734733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0" name="Picture Placeholder 3">
            <a:extLst>
              <a:ext uri="{FF2B5EF4-FFF2-40B4-BE49-F238E27FC236}">
                <a16:creationId xmlns:a16="http://schemas.microsoft.com/office/drawing/2014/main" id="{02E1C102-B191-4ADC-96CB-C72F1A6712C5}"/>
              </a:ext>
            </a:extLst>
          </p:cNvPr>
          <p:cNvSpPr>
            <a:spLocks noGrp="1"/>
          </p:cNvSpPr>
          <p:nvPr>
            <p:ph type="pic" sz="quarter" idx="110"/>
          </p:nvPr>
        </p:nvSpPr>
        <p:spPr>
          <a:xfrm>
            <a:off x="335253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1" name="Picture Placeholder 3">
            <a:extLst>
              <a:ext uri="{FF2B5EF4-FFF2-40B4-BE49-F238E27FC236}">
                <a16:creationId xmlns:a16="http://schemas.microsoft.com/office/drawing/2014/main" id="{0F732065-2560-4AA6-AE48-72DFD7DC4A7D}"/>
              </a:ext>
            </a:extLst>
          </p:cNvPr>
          <p:cNvSpPr>
            <a:spLocks noGrp="1"/>
          </p:cNvSpPr>
          <p:nvPr>
            <p:ph type="pic" sz="quarter" idx="111"/>
          </p:nvPr>
        </p:nvSpPr>
        <p:spPr>
          <a:xfrm>
            <a:off x="3970337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2" name="Picture Placeholder 3">
            <a:extLst>
              <a:ext uri="{FF2B5EF4-FFF2-40B4-BE49-F238E27FC236}">
                <a16:creationId xmlns:a16="http://schemas.microsoft.com/office/drawing/2014/main" id="{E8E85D65-4D51-4D6C-9930-2C6A76BF751D}"/>
              </a:ext>
            </a:extLst>
          </p:cNvPr>
          <p:cNvSpPr>
            <a:spLocks noGrp="1"/>
          </p:cNvSpPr>
          <p:nvPr>
            <p:ph type="pic" sz="quarter" idx="112"/>
          </p:nvPr>
        </p:nvSpPr>
        <p:spPr>
          <a:xfrm>
            <a:off x="4588139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3" name="Picture Placeholder 3">
            <a:extLst>
              <a:ext uri="{FF2B5EF4-FFF2-40B4-BE49-F238E27FC236}">
                <a16:creationId xmlns:a16="http://schemas.microsoft.com/office/drawing/2014/main" id="{7D02CBBE-C793-46E3-9B75-081BCDE78D5A}"/>
              </a:ext>
            </a:extLst>
          </p:cNvPr>
          <p:cNvSpPr>
            <a:spLocks noGrp="1"/>
          </p:cNvSpPr>
          <p:nvPr>
            <p:ph type="pic" sz="quarter" idx="113"/>
          </p:nvPr>
        </p:nvSpPr>
        <p:spPr>
          <a:xfrm>
            <a:off x="5205941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4" name="Picture Placeholder 3">
            <a:extLst>
              <a:ext uri="{FF2B5EF4-FFF2-40B4-BE49-F238E27FC236}">
                <a16:creationId xmlns:a16="http://schemas.microsoft.com/office/drawing/2014/main" id="{4592D546-EFDE-4B76-9BED-3F841CBD1A31}"/>
              </a:ext>
            </a:extLst>
          </p:cNvPr>
          <p:cNvSpPr>
            <a:spLocks noGrp="1"/>
          </p:cNvSpPr>
          <p:nvPr>
            <p:ph type="pic" sz="quarter" idx="114"/>
          </p:nvPr>
        </p:nvSpPr>
        <p:spPr>
          <a:xfrm>
            <a:off x="5823743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5" name="Picture Placeholder 3">
            <a:extLst>
              <a:ext uri="{FF2B5EF4-FFF2-40B4-BE49-F238E27FC236}">
                <a16:creationId xmlns:a16="http://schemas.microsoft.com/office/drawing/2014/main" id="{073E1E4B-A3B4-4665-857E-0EB63293E5F2}"/>
              </a:ext>
            </a:extLst>
          </p:cNvPr>
          <p:cNvSpPr>
            <a:spLocks noGrp="1"/>
          </p:cNvSpPr>
          <p:nvPr>
            <p:ph type="pic" sz="quarter" idx="115"/>
          </p:nvPr>
        </p:nvSpPr>
        <p:spPr>
          <a:xfrm>
            <a:off x="644154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6" name="Picture Placeholder 3">
            <a:extLst>
              <a:ext uri="{FF2B5EF4-FFF2-40B4-BE49-F238E27FC236}">
                <a16:creationId xmlns:a16="http://schemas.microsoft.com/office/drawing/2014/main" id="{2B1490F0-B0A4-4BD4-BA04-267E958146C3}"/>
              </a:ext>
            </a:extLst>
          </p:cNvPr>
          <p:cNvSpPr>
            <a:spLocks noGrp="1"/>
          </p:cNvSpPr>
          <p:nvPr>
            <p:ph type="pic" sz="quarter" idx="116"/>
          </p:nvPr>
        </p:nvSpPr>
        <p:spPr>
          <a:xfrm>
            <a:off x="7059347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7" name="Picture Placeholder 3">
            <a:extLst>
              <a:ext uri="{FF2B5EF4-FFF2-40B4-BE49-F238E27FC236}">
                <a16:creationId xmlns:a16="http://schemas.microsoft.com/office/drawing/2014/main" id="{F84E156E-BC15-4A3C-9132-F9CB25A35287}"/>
              </a:ext>
            </a:extLst>
          </p:cNvPr>
          <p:cNvSpPr>
            <a:spLocks noGrp="1"/>
          </p:cNvSpPr>
          <p:nvPr>
            <p:ph type="pic" sz="quarter" idx="117"/>
          </p:nvPr>
        </p:nvSpPr>
        <p:spPr>
          <a:xfrm>
            <a:off x="7677149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8" name="Picture Placeholder 3">
            <a:extLst>
              <a:ext uri="{FF2B5EF4-FFF2-40B4-BE49-F238E27FC236}">
                <a16:creationId xmlns:a16="http://schemas.microsoft.com/office/drawing/2014/main" id="{DEF302F8-1351-412F-B121-3345A8F9A2AE}"/>
              </a:ext>
            </a:extLst>
          </p:cNvPr>
          <p:cNvSpPr>
            <a:spLocks noGrp="1"/>
          </p:cNvSpPr>
          <p:nvPr>
            <p:ph type="pic" sz="quarter" idx="118"/>
          </p:nvPr>
        </p:nvSpPr>
        <p:spPr>
          <a:xfrm>
            <a:off x="8294951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9" name="Picture Placeholder 3">
            <a:extLst>
              <a:ext uri="{FF2B5EF4-FFF2-40B4-BE49-F238E27FC236}">
                <a16:creationId xmlns:a16="http://schemas.microsoft.com/office/drawing/2014/main" id="{FAEB9563-58E3-439A-B15B-B76C8C28D74B}"/>
              </a:ext>
            </a:extLst>
          </p:cNvPr>
          <p:cNvSpPr>
            <a:spLocks noGrp="1"/>
          </p:cNvSpPr>
          <p:nvPr>
            <p:ph type="pic" sz="quarter" idx="119"/>
          </p:nvPr>
        </p:nvSpPr>
        <p:spPr>
          <a:xfrm>
            <a:off x="8912753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0" name="Picture Placeholder 3">
            <a:extLst>
              <a:ext uri="{FF2B5EF4-FFF2-40B4-BE49-F238E27FC236}">
                <a16:creationId xmlns:a16="http://schemas.microsoft.com/office/drawing/2014/main" id="{FABC0962-3285-43C1-AA07-5B073749178C}"/>
              </a:ext>
            </a:extLst>
          </p:cNvPr>
          <p:cNvSpPr>
            <a:spLocks noGrp="1"/>
          </p:cNvSpPr>
          <p:nvPr>
            <p:ph type="pic" sz="quarter" idx="120"/>
          </p:nvPr>
        </p:nvSpPr>
        <p:spPr>
          <a:xfrm>
            <a:off x="953055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1" name="Picture Placeholder 3">
            <a:extLst>
              <a:ext uri="{FF2B5EF4-FFF2-40B4-BE49-F238E27FC236}">
                <a16:creationId xmlns:a16="http://schemas.microsoft.com/office/drawing/2014/main" id="{62B37DF1-6F3B-40E7-A9F0-BE6353DC8615}"/>
              </a:ext>
            </a:extLst>
          </p:cNvPr>
          <p:cNvSpPr>
            <a:spLocks noGrp="1"/>
          </p:cNvSpPr>
          <p:nvPr>
            <p:ph type="pic" sz="quarter" idx="121"/>
          </p:nvPr>
        </p:nvSpPr>
        <p:spPr>
          <a:xfrm>
            <a:off x="10148357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2" name="Picture Placeholder 3">
            <a:extLst>
              <a:ext uri="{FF2B5EF4-FFF2-40B4-BE49-F238E27FC236}">
                <a16:creationId xmlns:a16="http://schemas.microsoft.com/office/drawing/2014/main" id="{C8BFD0B8-5443-4406-8ACA-4812A4197B59}"/>
              </a:ext>
            </a:extLst>
          </p:cNvPr>
          <p:cNvSpPr>
            <a:spLocks noGrp="1"/>
          </p:cNvSpPr>
          <p:nvPr>
            <p:ph type="pic" sz="quarter" idx="122"/>
          </p:nvPr>
        </p:nvSpPr>
        <p:spPr>
          <a:xfrm>
            <a:off x="10766159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3" name="Picture Placeholder 3">
            <a:extLst>
              <a:ext uri="{FF2B5EF4-FFF2-40B4-BE49-F238E27FC236}">
                <a16:creationId xmlns:a16="http://schemas.microsoft.com/office/drawing/2014/main" id="{89FB2940-1141-484F-A1DD-53F7CCB210BB}"/>
              </a:ext>
            </a:extLst>
          </p:cNvPr>
          <p:cNvSpPr>
            <a:spLocks noGrp="1"/>
          </p:cNvSpPr>
          <p:nvPr>
            <p:ph type="pic" sz="quarter" idx="123"/>
          </p:nvPr>
        </p:nvSpPr>
        <p:spPr>
          <a:xfrm>
            <a:off x="1138396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4" name="Picture Placeholder 3">
            <a:extLst>
              <a:ext uri="{FF2B5EF4-FFF2-40B4-BE49-F238E27FC236}">
                <a16:creationId xmlns:a16="http://schemas.microsoft.com/office/drawing/2014/main" id="{3B4F1262-FE44-4A3A-82D5-7B4645E3B56B}"/>
              </a:ext>
            </a:extLst>
          </p:cNvPr>
          <p:cNvSpPr>
            <a:spLocks noGrp="1"/>
          </p:cNvSpPr>
          <p:nvPr>
            <p:ph type="pic" sz="quarter" idx="124"/>
          </p:nvPr>
        </p:nvSpPr>
        <p:spPr>
          <a:xfrm>
            <a:off x="26352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5" name="Picture Placeholder 3">
            <a:extLst>
              <a:ext uri="{FF2B5EF4-FFF2-40B4-BE49-F238E27FC236}">
                <a16:creationId xmlns:a16="http://schemas.microsoft.com/office/drawing/2014/main" id="{54EB9E2E-6DB6-4ACE-8906-7386589E626E}"/>
              </a:ext>
            </a:extLst>
          </p:cNvPr>
          <p:cNvSpPr>
            <a:spLocks noGrp="1"/>
          </p:cNvSpPr>
          <p:nvPr>
            <p:ph type="pic" sz="quarter" idx="125"/>
          </p:nvPr>
        </p:nvSpPr>
        <p:spPr>
          <a:xfrm>
            <a:off x="881327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6" name="Picture Placeholder 3">
            <a:extLst>
              <a:ext uri="{FF2B5EF4-FFF2-40B4-BE49-F238E27FC236}">
                <a16:creationId xmlns:a16="http://schemas.microsoft.com/office/drawing/2014/main" id="{0D784079-1370-46EC-A680-4794D9785233}"/>
              </a:ext>
            </a:extLst>
          </p:cNvPr>
          <p:cNvSpPr>
            <a:spLocks noGrp="1"/>
          </p:cNvSpPr>
          <p:nvPr>
            <p:ph type="pic" sz="quarter" idx="126"/>
          </p:nvPr>
        </p:nvSpPr>
        <p:spPr>
          <a:xfrm>
            <a:off x="1499129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7" name="Picture Placeholder 3">
            <a:extLst>
              <a:ext uri="{FF2B5EF4-FFF2-40B4-BE49-F238E27FC236}">
                <a16:creationId xmlns:a16="http://schemas.microsoft.com/office/drawing/2014/main" id="{286050DF-F03B-41EE-9962-F9CC5173056B}"/>
              </a:ext>
            </a:extLst>
          </p:cNvPr>
          <p:cNvSpPr>
            <a:spLocks noGrp="1"/>
          </p:cNvSpPr>
          <p:nvPr>
            <p:ph type="pic" sz="quarter" idx="127"/>
          </p:nvPr>
        </p:nvSpPr>
        <p:spPr>
          <a:xfrm>
            <a:off x="2116931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8" name="Picture Placeholder 3">
            <a:extLst>
              <a:ext uri="{FF2B5EF4-FFF2-40B4-BE49-F238E27FC236}">
                <a16:creationId xmlns:a16="http://schemas.microsoft.com/office/drawing/2014/main" id="{9646F6DE-C08A-4D11-AB97-4E3602D38A3A}"/>
              </a:ext>
            </a:extLst>
          </p:cNvPr>
          <p:cNvSpPr>
            <a:spLocks noGrp="1"/>
          </p:cNvSpPr>
          <p:nvPr>
            <p:ph type="pic" sz="quarter" idx="128"/>
          </p:nvPr>
        </p:nvSpPr>
        <p:spPr>
          <a:xfrm>
            <a:off x="2734733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9" name="Picture Placeholder 3">
            <a:extLst>
              <a:ext uri="{FF2B5EF4-FFF2-40B4-BE49-F238E27FC236}">
                <a16:creationId xmlns:a16="http://schemas.microsoft.com/office/drawing/2014/main" id="{56E0D223-3251-4C49-88CD-4872E28BFCA6}"/>
              </a:ext>
            </a:extLst>
          </p:cNvPr>
          <p:cNvSpPr>
            <a:spLocks noGrp="1"/>
          </p:cNvSpPr>
          <p:nvPr>
            <p:ph type="pic" sz="quarter" idx="129"/>
          </p:nvPr>
        </p:nvSpPr>
        <p:spPr>
          <a:xfrm>
            <a:off x="335253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0" name="Picture Placeholder 3">
            <a:extLst>
              <a:ext uri="{FF2B5EF4-FFF2-40B4-BE49-F238E27FC236}">
                <a16:creationId xmlns:a16="http://schemas.microsoft.com/office/drawing/2014/main" id="{4D9A9F27-3F53-411A-B9E1-E95820D07551}"/>
              </a:ext>
            </a:extLst>
          </p:cNvPr>
          <p:cNvSpPr>
            <a:spLocks noGrp="1"/>
          </p:cNvSpPr>
          <p:nvPr>
            <p:ph type="pic" sz="quarter" idx="130"/>
          </p:nvPr>
        </p:nvSpPr>
        <p:spPr>
          <a:xfrm>
            <a:off x="3970337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1" name="Picture Placeholder 3">
            <a:extLst>
              <a:ext uri="{FF2B5EF4-FFF2-40B4-BE49-F238E27FC236}">
                <a16:creationId xmlns:a16="http://schemas.microsoft.com/office/drawing/2014/main" id="{A394F9E7-0BF5-4E07-964E-17BB659FD27F}"/>
              </a:ext>
            </a:extLst>
          </p:cNvPr>
          <p:cNvSpPr>
            <a:spLocks noGrp="1"/>
          </p:cNvSpPr>
          <p:nvPr>
            <p:ph type="pic" sz="quarter" idx="131"/>
          </p:nvPr>
        </p:nvSpPr>
        <p:spPr>
          <a:xfrm>
            <a:off x="4588139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2" name="Picture Placeholder 3">
            <a:extLst>
              <a:ext uri="{FF2B5EF4-FFF2-40B4-BE49-F238E27FC236}">
                <a16:creationId xmlns:a16="http://schemas.microsoft.com/office/drawing/2014/main" id="{2A80C605-4F4F-430F-9FD5-9B4AA176EB56}"/>
              </a:ext>
            </a:extLst>
          </p:cNvPr>
          <p:cNvSpPr>
            <a:spLocks noGrp="1"/>
          </p:cNvSpPr>
          <p:nvPr>
            <p:ph type="pic" sz="quarter" idx="132"/>
          </p:nvPr>
        </p:nvSpPr>
        <p:spPr>
          <a:xfrm>
            <a:off x="5205941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3" name="Picture Placeholder 3">
            <a:extLst>
              <a:ext uri="{FF2B5EF4-FFF2-40B4-BE49-F238E27FC236}">
                <a16:creationId xmlns:a16="http://schemas.microsoft.com/office/drawing/2014/main" id="{42D636A3-CEC9-4532-8ABD-C7474A4C2709}"/>
              </a:ext>
            </a:extLst>
          </p:cNvPr>
          <p:cNvSpPr>
            <a:spLocks noGrp="1"/>
          </p:cNvSpPr>
          <p:nvPr>
            <p:ph type="pic" sz="quarter" idx="133"/>
          </p:nvPr>
        </p:nvSpPr>
        <p:spPr>
          <a:xfrm>
            <a:off x="5823743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4" name="Picture Placeholder 3">
            <a:extLst>
              <a:ext uri="{FF2B5EF4-FFF2-40B4-BE49-F238E27FC236}">
                <a16:creationId xmlns:a16="http://schemas.microsoft.com/office/drawing/2014/main" id="{07C2C09A-C51B-4EB4-8A5F-9E91BB333FFD}"/>
              </a:ext>
            </a:extLst>
          </p:cNvPr>
          <p:cNvSpPr>
            <a:spLocks noGrp="1"/>
          </p:cNvSpPr>
          <p:nvPr>
            <p:ph type="pic" sz="quarter" idx="134"/>
          </p:nvPr>
        </p:nvSpPr>
        <p:spPr>
          <a:xfrm>
            <a:off x="644154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5" name="Picture Placeholder 3">
            <a:extLst>
              <a:ext uri="{FF2B5EF4-FFF2-40B4-BE49-F238E27FC236}">
                <a16:creationId xmlns:a16="http://schemas.microsoft.com/office/drawing/2014/main" id="{BD58E47F-2B7A-4998-867C-E0AE1E70C963}"/>
              </a:ext>
            </a:extLst>
          </p:cNvPr>
          <p:cNvSpPr>
            <a:spLocks noGrp="1"/>
          </p:cNvSpPr>
          <p:nvPr>
            <p:ph type="pic" sz="quarter" idx="135"/>
          </p:nvPr>
        </p:nvSpPr>
        <p:spPr>
          <a:xfrm>
            <a:off x="7059347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6" name="Picture Placeholder 3">
            <a:extLst>
              <a:ext uri="{FF2B5EF4-FFF2-40B4-BE49-F238E27FC236}">
                <a16:creationId xmlns:a16="http://schemas.microsoft.com/office/drawing/2014/main" id="{14C05167-1827-41B5-B874-DA7BC8D36BA2}"/>
              </a:ext>
            </a:extLst>
          </p:cNvPr>
          <p:cNvSpPr>
            <a:spLocks noGrp="1"/>
          </p:cNvSpPr>
          <p:nvPr>
            <p:ph type="pic" sz="quarter" idx="136"/>
          </p:nvPr>
        </p:nvSpPr>
        <p:spPr>
          <a:xfrm>
            <a:off x="7677149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7" name="Picture Placeholder 3">
            <a:extLst>
              <a:ext uri="{FF2B5EF4-FFF2-40B4-BE49-F238E27FC236}">
                <a16:creationId xmlns:a16="http://schemas.microsoft.com/office/drawing/2014/main" id="{FE578703-0F57-4215-B777-20EEF89A144E}"/>
              </a:ext>
            </a:extLst>
          </p:cNvPr>
          <p:cNvSpPr>
            <a:spLocks noGrp="1"/>
          </p:cNvSpPr>
          <p:nvPr>
            <p:ph type="pic" sz="quarter" idx="137"/>
          </p:nvPr>
        </p:nvSpPr>
        <p:spPr>
          <a:xfrm>
            <a:off x="8294951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8" name="Picture Placeholder 3">
            <a:extLst>
              <a:ext uri="{FF2B5EF4-FFF2-40B4-BE49-F238E27FC236}">
                <a16:creationId xmlns:a16="http://schemas.microsoft.com/office/drawing/2014/main" id="{12969293-A09E-4EF3-A143-0909BF9C9AE9}"/>
              </a:ext>
            </a:extLst>
          </p:cNvPr>
          <p:cNvSpPr>
            <a:spLocks noGrp="1"/>
          </p:cNvSpPr>
          <p:nvPr>
            <p:ph type="pic" sz="quarter" idx="138"/>
          </p:nvPr>
        </p:nvSpPr>
        <p:spPr>
          <a:xfrm>
            <a:off x="8912753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9" name="Picture Placeholder 3">
            <a:extLst>
              <a:ext uri="{FF2B5EF4-FFF2-40B4-BE49-F238E27FC236}">
                <a16:creationId xmlns:a16="http://schemas.microsoft.com/office/drawing/2014/main" id="{A941F7EB-C0FE-4F3A-8C94-29C2C19C0B04}"/>
              </a:ext>
            </a:extLst>
          </p:cNvPr>
          <p:cNvSpPr>
            <a:spLocks noGrp="1"/>
          </p:cNvSpPr>
          <p:nvPr>
            <p:ph type="pic" sz="quarter" idx="139"/>
          </p:nvPr>
        </p:nvSpPr>
        <p:spPr>
          <a:xfrm>
            <a:off x="953055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0" name="Picture Placeholder 3">
            <a:extLst>
              <a:ext uri="{FF2B5EF4-FFF2-40B4-BE49-F238E27FC236}">
                <a16:creationId xmlns:a16="http://schemas.microsoft.com/office/drawing/2014/main" id="{F2A3E907-342F-468A-A5D6-582845FC52B8}"/>
              </a:ext>
            </a:extLst>
          </p:cNvPr>
          <p:cNvSpPr>
            <a:spLocks noGrp="1"/>
          </p:cNvSpPr>
          <p:nvPr>
            <p:ph type="pic" sz="quarter" idx="140"/>
          </p:nvPr>
        </p:nvSpPr>
        <p:spPr>
          <a:xfrm>
            <a:off x="10148357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1" name="Picture Placeholder 3">
            <a:extLst>
              <a:ext uri="{FF2B5EF4-FFF2-40B4-BE49-F238E27FC236}">
                <a16:creationId xmlns:a16="http://schemas.microsoft.com/office/drawing/2014/main" id="{C2C98313-FF85-43C8-A8A1-8706D4DD9997}"/>
              </a:ext>
            </a:extLst>
          </p:cNvPr>
          <p:cNvSpPr>
            <a:spLocks noGrp="1"/>
          </p:cNvSpPr>
          <p:nvPr>
            <p:ph type="pic" sz="quarter" idx="141"/>
          </p:nvPr>
        </p:nvSpPr>
        <p:spPr>
          <a:xfrm>
            <a:off x="10766159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2" name="Picture Placeholder 3">
            <a:extLst>
              <a:ext uri="{FF2B5EF4-FFF2-40B4-BE49-F238E27FC236}">
                <a16:creationId xmlns:a16="http://schemas.microsoft.com/office/drawing/2014/main" id="{E4623E41-E61B-4B96-AFD6-72DF499DFB81}"/>
              </a:ext>
            </a:extLst>
          </p:cNvPr>
          <p:cNvSpPr>
            <a:spLocks noGrp="1"/>
          </p:cNvSpPr>
          <p:nvPr>
            <p:ph type="pic" sz="quarter" idx="142"/>
          </p:nvPr>
        </p:nvSpPr>
        <p:spPr>
          <a:xfrm>
            <a:off x="1138396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63" name="Title 1">
            <a:extLst>
              <a:ext uri="{FF2B5EF4-FFF2-40B4-BE49-F238E27FC236}">
                <a16:creationId xmlns:a16="http://schemas.microsoft.com/office/drawing/2014/main" id="{26D2860D-F1A7-4AB0-8335-949E89DF3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4949" cy="453444"/>
          </a:xfrm>
          <a:prstGeom prst="rect">
            <a:avLst/>
          </a:prstGeom>
        </p:spPr>
        <p:txBody>
          <a:bodyPr lIns="0" tIns="0" rIns="0" bIns="0"/>
          <a:lstStyle>
            <a:lvl1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FE2426D0-A109-2E4E-802B-82E0DB920266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CDFEA06C-8591-400A-70B1-3C6795A54A4A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25DBA0-53B6-5591-DE43-47BDF9EBE6DC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0E3E19-721D-5E34-A63E-E9A16B4F65E4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2276858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936E9-287F-59EB-6EE6-850E19C39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34759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E43C0-1BC1-7DF4-EBE9-38D96CC16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8782492-086B-9D3A-D0C0-627CF923E5E8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CE117684-E050-AEC0-C6A9-0062A8A7B02A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3">
              <a:extLst>
                <a:ext uri="{FF2B5EF4-FFF2-40B4-BE49-F238E27FC236}">
                  <a16:creationId xmlns:a16="http://schemas.microsoft.com/office/drawing/2014/main" id="{937009F1-3463-6886-8F3C-BE51BD3EE147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8AEC2E6-46BF-C559-8DC5-DB51C30ADC55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367A5D5-AFBD-1158-CA6F-1D5F307AE8F9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97F40C1-AFEE-17F0-EF1D-7A2E97104367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2893393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9C2D-E163-B0E5-8DCA-8D2C50176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2850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5FD0A-019B-71DF-3130-77417D59D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80822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B361D-1F12-EE75-0272-FFED0A500B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5575113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9A9FC-C8B1-D5C3-34B6-3D1C3A230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57511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FE0D98-6617-734A-4357-62D620F5623A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1752071A-0BD9-F55C-48DA-68079AAA4239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3">
              <a:extLst>
                <a:ext uri="{FF2B5EF4-FFF2-40B4-BE49-F238E27FC236}">
                  <a16:creationId xmlns:a16="http://schemas.microsoft.com/office/drawing/2014/main" id="{A8A677BA-80EB-D887-8985-10276FDB3F58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578C4CD-2076-517E-BFD2-4541427C131A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DA6BB85-9E14-2BCD-3F3C-0F1F75AF5FA4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E4C684-4407-0A47-A574-4A792465C0F3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8400135"/>
      </p:ext>
    </p:extLst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A49D3C-3DB7-9FDA-2A34-D5CF63A02E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5805933"/>
            <a:ext cx="2743200" cy="365125"/>
          </a:xfrm>
          <a:prstGeom prst="rect">
            <a:avLst/>
          </a:prstGeom>
        </p:spPr>
        <p:txBody>
          <a:bodyPr/>
          <a:lstStyle/>
          <a:p>
            <a:fld id="{1EBEDC2C-9566-46C4-900F-8681076C38C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F5C963-F9F1-4045-8F3E-45118AA4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80593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D56E434-3CEF-17C5-B2A3-3A89C39E4025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33D36006-E445-8E52-EF58-A6DE44FEA7F1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3">
              <a:extLst>
                <a:ext uri="{FF2B5EF4-FFF2-40B4-BE49-F238E27FC236}">
                  <a16:creationId xmlns:a16="http://schemas.microsoft.com/office/drawing/2014/main" id="{1E3CAEFA-01AD-56AD-25A1-4E686F1273AE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B455780-A1E7-4909-9961-84FCEDD15D52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3C4E290-EFAA-77D2-DDB5-F852A46FB3BC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099AC4-9256-F19B-AA22-D7A39E7BC596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17650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0AF99-5B90-BA80-F76A-2E0EE9450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7828"/>
            <a:ext cx="3932237" cy="10699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06913-F341-4A4D-163C-26A62297B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78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B3767-A806-7A7C-0382-35B5D3D9F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3780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6B598-C9E9-EFB3-CD2E-76600CFA24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573491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4AFB3-BB45-1916-D9E4-8E4ED7BB7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73491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1A08C97-F30F-2718-21B6-90D3B8AE8D97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83BAEE37-0DEE-4912-B580-D129AC8E13EE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3">
              <a:extLst>
                <a:ext uri="{FF2B5EF4-FFF2-40B4-BE49-F238E27FC236}">
                  <a16:creationId xmlns:a16="http://schemas.microsoft.com/office/drawing/2014/main" id="{1CF06F42-3E15-936F-D61A-A95E5557F504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AED63DB-A003-F816-7D1F-8205465FB38D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F8EE30-8044-3740-387F-28390B4C4949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0031E6-CD78-1D0A-9D4A-B1AB7DCB9C1C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9992931"/>
      </p:ext>
    </p:extLst>
  </p:cSld>
  <p:clrMapOvr>
    <a:masterClrMapping/>
  </p:clrMapOvr>
  <p:hf sldNum="0"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062CD-8F4B-FBD1-B659-A09035013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365126"/>
            <a:ext cx="10835640" cy="8422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B4115-F5D0-B4E2-45FB-0D78E4BBE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8160" y="1363986"/>
            <a:ext cx="1083564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61CF9-CE32-6D9A-CEE0-C72FB9E363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8160" y="587194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DAB8F-D8EE-A7B8-52AF-7368FFB8F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8560" y="587194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543B47-1B79-364B-C0AA-E89D3260F62E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B23EE6A-41C9-2606-86C4-5E49D10569DB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3">
              <a:extLst>
                <a:ext uri="{FF2B5EF4-FFF2-40B4-BE49-F238E27FC236}">
                  <a16:creationId xmlns:a16="http://schemas.microsoft.com/office/drawing/2014/main" id="{00E6F8EC-7AAB-89A8-408D-3C48D980961D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BC81194-393C-16C9-E834-DC632615F10C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A82F17-4C69-602F-093F-94DAE827A515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163A95E-6468-642B-2478-6AE1C38A0C10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5018788"/>
      </p:ext>
    </p:extLst>
  </p:cSld>
  <p:clrMapOvr>
    <a:masterClrMapping/>
  </p:clrMapOvr>
  <p:hf sldNum="0"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6AAF77-11EC-7477-BA9E-803B873CF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316584"/>
          </a:xfrm>
        </p:spPr>
        <p:txBody>
          <a:bodyPr vert="eaVer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F36BF-E8BE-4D1A-8331-A25CAAB36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316584"/>
          </a:xfrm>
        </p:spPr>
        <p:txBody>
          <a:bodyPr vert="eaVert"/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CE704-C784-2D7A-A914-32ADB581E9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585032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942D5-3EF4-CB4C-385D-8D2BE4711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85032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D05A25D-EE37-CF51-03CE-612C234E12B7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4F497039-171A-A827-DB2F-F740B7FD602C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3">
              <a:extLst>
                <a:ext uri="{FF2B5EF4-FFF2-40B4-BE49-F238E27FC236}">
                  <a16:creationId xmlns:a16="http://schemas.microsoft.com/office/drawing/2014/main" id="{014A89CF-F8B1-9F5E-04F9-394302E9B4CC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0723ABB-CBC5-9D35-8469-2C33839EEEF4}"/>
              </a:ext>
            </a:extLst>
          </p:cNvPr>
          <p:cNvGrpSpPr/>
          <p:nvPr/>
        </p:nvGrpSpPr>
        <p:grpSpPr>
          <a:xfrm>
            <a:off x="159544" y="6287523"/>
            <a:ext cx="2290693" cy="400110"/>
            <a:chOff x="159544" y="6287523"/>
            <a:chExt cx="2290693" cy="4001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7358AD9-A8DD-E3A7-1F4C-D313514DAD91}"/>
                </a:ext>
              </a:extLst>
            </p:cNvPr>
            <p:cNvSpPr txBox="1"/>
            <p:nvPr/>
          </p:nvSpPr>
          <p:spPr>
            <a:xfrm>
              <a:off x="159544" y="6287523"/>
              <a:ext cx="15687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5597">
                <a:defRPr/>
              </a:pPr>
              <a:r>
                <a:rPr lang="en-US" sz="2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GBS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C41279-A86B-AFAC-C35D-CE16B3C07BC3}"/>
                </a:ext>
              </a:extLst>
            </p:cNvPr>
            <p:cNvSpPr txBox="1"/>
            <p:nvPr/>
          </p:nvSpPr>
          <p:spPr>
            <a:xfrm>
              <a:off x="740467" y="6287523"/>
              <a:ext cx="1709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WORLDWIDE EXPERTISE, </a:t>
              </a:r>
            </a:p>
            <a:p>
              <a:pPr algn="l" defTabSz="345597">
                <a:defRPr/>
              </a:pPr>
              <a:r>
                <a:rPr lang="en-US" sz="1000">
                  <a:solidFill>
                    <a:srgbClr val="000000"/>
                  </a:solidFill>
                  <a:latin typeface="AECOM Sans" panose="020B0504020202020204" pitchFamily="34" charset="0"/>
                  <a:ea typeface="AECOM Sans" panose="020B0504020202020204" pitchFamily="34" charset="0"/>
                  <a:cs typeface="AECOM Sans" panose="020B0504020202020204" pitchFamily="34" charset="0"/>
                </a:rPr>
                <a:t>LOCAL SERVICE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3552946"/>
      </p:ext>
    </p:extLst>
  </p:cSld>
  <p:clrMapOvr>
    <a:masterClrMapping/>
  </p:clrMapOvr>
  <p:hf sldNum="0"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1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191E849-2800-4BF6-8648-1810868AFEE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352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AC093F2-4A94-4EC7-BFC5-282DC86922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1327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AB8F044-DB76-470F-8712-563C8D77DAF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99129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6100BE5D-F975-4662-A5D8-73DD0F66631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16931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F780AC3-2DC9-4EBB-9F4A-4B369FDC73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34733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F4241E2C-AEC5-4C2F-A388-B4005397B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5253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BA3AED32-46CB-466C-8765-2739AAC2E4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0337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AB8256EC-2FE2-400D-A4E4-37966548E29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88139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EED6D159-A3F2-4B02-A7D4-A0B7B2A9800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05941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39B61045-8A1E-4798-B8A2-EE3524BDB5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823743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24E153D6-CC1A-4C88-B1FD-0A426D1D03A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4154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6D96D149-215E-4BD5-A884-53D586135DB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9347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D5BF7F5-BDD5-40DB-BD6D-939B542632F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677149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164B8FCE-B1CA-42F7-B454-3438E06D86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294951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EB9A9CBA-FB99-49CD-A237-6D4D9DF8D53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12753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69F3A84F-1D90-4186-8101-4814ED5DA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53055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C76DCF5B-3447-4568-B4B0-947C6E32FDE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48357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F23FB5D0-81E3-4C82-8E04-C2F90191C51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766159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7EB411D-F9B1-4144-991C-30A07DB25FF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38396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273D9433-3F04-4DB6-A540-D8A1D24C903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352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FB754A3E-2B8E-453B-88CA-A6F907506AE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81327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5E74892-D88D-41F2-9117-D95D3BE6613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499129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108368C8-1137-4A8C-9EE2-4894AB94D3F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116931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45740006-347F-4A43-87BD-295666157DE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734733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CDE4A34E-8077-4534-A072-C6C634A4163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35253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CD0486D7-393B-434F-B2BB-563A2E02D483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970337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734AAF6-A301-46B4-BF02-4D780BFDEDC4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588139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2D8158EF-EF53-46D2-A438-ACBF30FCDB6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205941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4096548D-9E8F-4860-9DC7-5CA22D780FA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823743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F04F13FF-F1AE-48B8-A4FD-355BAADF858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44154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26B793F-2B20-430D-964C-8AC252AE1748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059347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ED02578B-E967-4964-875F-710800DF85FD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677149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D74F66E9-31E4-4ECD-A33D-5D0A5F37AD5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294951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F23DFA21-4B2A-4CA6-9534-0D3B9BA9E2A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912753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4" name="Picture Placeholder 3">
            <a:extLst>
              <a:ext uri="{FF2B5EF4-FFF2-40B4-BE49-F238E27FC236}">
                <a16:creationId xmlns:a16="http://schemas.microsoft.com/office/drawing/2014/main" id="{551CD1F5-FAB3-4F44-90FD-CE85BEDF22B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953055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5" name="Picture Placeholder 3">
            <a:extLst>
              <a:ext uri="{FF2B5EF4-FFF2-40B4-BE49-F238E27FC236}">
                <a16:creationId xmlns:a16="http://schemas.microsoft.com/office/drawing/2014/main" id="{7830396A-3A72-443A-A43E-E531B0939393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48357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6" name="Picture Placeholder 3">
            <a:extLst>
              <a:ext uri="{FF2B5EF4-FFF2-40B4-BE49-F238E27FC236}">
                <a16:creationId xmlns:a16="http://schemas.microsoft.com/office/drawing/2014/main" id="{7A2EAB1E-A4A2-44B9-8542-2970064A6DBA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0766159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7" name="Picture Placeholder 3">
            <a:extLst>
              <a:ext uri="{FF2B5EF4-FFF2-40B4-BE49-F238E27FC236}">
                <a16:creationId xmlns:a16="http://schemas.microsoft.com/office/drawing/2014/main" id="{4C0C34B8-D05F-4634-92A9-1121E46BD24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38396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8" name="Picture Placeholder 3">
            <a:extLst>
              <a:ext uri="{FF2B5EF4-FFF2-40B4-BE49-F238E27FC236}">
                <a16:creationId xmlns:a16="http://schemas.microsoft.com/office/drawing/2014/main" id="{445DF841-33B2-4DFE-BA75-AA74A3D4DB94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6352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4110FFA9-1B80-4DF3-A48E-50C405C31F5F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81327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0" name="Picture Placeholder 3">
            <a:extLst>
              <a:ext uri="{FF2B5EF4-FFF2-40B4-BE49-F238E27FC236}">
                <a16:creationId xmlns:a16="http://schemas.microsoft.com/office/drawing/2014/main" id="{0B328F52-5934-4D92-B82C-701750773ED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1499129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91141F52-193F-4982-89B4-BD89EB2D2FF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2116931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D3CDD8F0-35CB-4B85-9815-18C9E5400CE9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2734733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3" name="Picture Placeholder 3">
            <a:extLst>
              <a:ext uri="{FF2B5EF4-FFF2-40B4-BE49-F238E27FC236}">
                <a16:creationId xmlns:a16="http://schemas.microsoft.com/office/drawing/2014/main" id="{E3C68C9F-69A8-4C66-9E5C-F696B78E7A8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335253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E48D4A9D-F4EA-4200-B41D-792D3A1FDB18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3970337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7D10700B-EF2C-4269-85AA-A576A5E7AAE7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4588139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6" name="Picture Placeholder 3">
            <a:extLst>
              <a:ext uri="{FF2B5EF4-FFF2-40B4-BE49-F238E27FC236}">
                <a16:creationId xmlns:a16="http://schemas.microsoft.com/office/drawing/2014/main" id="{8FE06C52-BE87-4452-A441-01D6FAEDC7B9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5205941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7" name="Picture Placeholder 3">
            <a:extLst>
              <a:ext uri="{FF2B5EF4-FFF2-40B4-BE49-F238E27FC236}">
                <a16:creationId xmlns:a16="http://schemas.microsoft.com/office/drawing/2014/main" id="{9C084F4C-80FE-4ED7-85C1-A2C8D3DD1017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5823743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8" name="Picture Placeholder 3">
            <a:extLst>
              <a:ext uri="{FF2B5EF4-FFF2-40B4-BE49-F238E27FC236}">
                <a16:creationId xmlns:a16="http://schemas.microsoft.com/office/drawing/2014/main" id="{1EDF1320-9D98-470A-8C44-57E324150AB0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644154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9" name="Picture Placeholder 3">
            <a:extLst>
              <a:ext uri="{FF2B5EF4-FFF2-40B4-BE49-F238E27FC236}">
                <a16:creationId xmlns:a16="http://schemas.microsoft.com/office/drawing/2014/main" id="{54CE2C3F-648A-4865-9C1C-F70BCEA56BAB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7059347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0" name="Picture Placeholder 3">
            <a:extLst>
              <a:ext uri="{FF2B5EF4-FFF2-40B4-BE49-F238E27FC236}">
                <a16:creationId xmlns:a16="http://schemas.microsoft.com/office/drawing/2014/main" id="{04488910-10BE-4568-A894-D1F66E526B32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677149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1" name="Picture Placeholder 3">
            <a:extLst>
              <a:ext uri="{FF2B5EF4-FFF2-40B4-BE49-F238E27FC236}">
                <a16:creationId xmlns:a16="http://schemas.microsoft.com/office/drawing/2014/main" id="{DE050430-1DFA-4EEA-88CE-F666454182CE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8294951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2" name="Picture Placeholder 3">
            <a:extLst>
              <a:ext uri="{FF2B5EF4-FFF2-40B4-BE49-F238E27FC236}">
                <a16:creationId xmlns:a16="http://schemas.microsoft.com/office/drawing/2014/main" id="{7250F372-456A-4F64-87F5-CD1117D7AD7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8912753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3" name="Picture Placeholder 3">
            <a:extLst>
              <a:ext uri="{FF2B5EF4-FFF2-40B4-BE49-F238E27FC236}">
                <a16:creationId xmlns:a16="http://schemas.microsoft.com/office/drawing/2014/main" id="{E9B8EF17-D699-4B18-A4C1-B7DD32034BEF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953055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4" name="Picture Placeholder 3">
            <a:extLst>
              <a:ext uri="{FF2B5EF4-FFF2-40B4-BE49-F238E27FC236}">
                <a16:creationId xmlns:a16="http://schemas.microsoft.com/office/drawing/2014/main" id="{B42A02A3-6577-4FCF-9110-6215370250BD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0148357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5" name="Picture Placeholder 3">
            <a:extLst>
              <a:ext uri="{FF2B5EF4-FFF2-40B4-BE49-F238E27FC236}">
                <a16:creationId xmlns:a16="http://schemas.microsoft.com/office/drawing/2014/main" id="{E55B7AA4-F948-4499-858F-65CBEBC2C9AB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10766159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6" name="Picture Placeholder 3">
            <a:extLst>
              <a:ext uri="{FF2B5EF4-FFF2-40B4-BE49-F238E27FC236}">
                <a16:creationId xmlns:a16="http://schemas.microsoft.com/office/drawing/2014/main" id="{6A44A91D-9498-4AA5-9F3D-38067C377E04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138396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7" name="Picture Placeholder 3">
            <a:extLst>
              <a:ext uri="{FF2B5EF4-FFF2-40B4-BE49-F238E27FC236}">
                <a16:creationId xmlns:a16="http://schemas.microsoft.com/office/drawing/2014/main" id="{84DE4921-BD50-4781-A4DE-503D567B897A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26352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3">
            <a:extLst>
              <a:ext uri="{FF2B5EF4-FFF2-40B4-BE49-F238E27FC236}">
                <a16:creationId xmlns:a16="http://schemas.microsoft.com/office/drawing/2014/main" id="{87A60B1D-2FC2-431E-B149-F5367EB8E6D5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881327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9" name="Picture Placeholder 3">
            <a:extLst>
              <a:ext uri="{FF2B5EF4-FFF2-40B4-BE49-F238E27FC236}">
                <a16:creationId xmlns:a16="http://schemas.microsoft.com/office/drawing/2014/main" id="{AC0F2921-F30D-463D-B8E2-5A19F41B075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499129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0" name="Picture Placeholder 3">
            <a:extLst>
              <a:ext uri="{FF2B5EF4-FFF2-40B4-BE49-F238E27FC236}">
                <a16:creationId xmlns:a16="http://schemas.microsoft.com/office/drawing/2014/main" id="{6C9B703D-CC7A-4C52-B0B7-91BE5753C7B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116931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1" name="Picture Placeholder 3">
            <a:extLst>
              <a:ext uri="{FF2B5EF4-FFF2-40B4-BE49-F238E27FC236}">
                <a16:creationId xmlns:a16="http://schemas.microsoft.com/office/drawing/2014/main" id="{B0AA674E-F985-473C-9472-BD3B17AC93DE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2734733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2" name="Picture Placeholder 3">
            <a:extLst>
              <a:ext uri="{FF2B5EF4-FFF2-40B4-BE49-F238E27FC236}">
                <a16:creationId xmlns:a16="http://schemas.microsoft.com/office/drawing/2014/main" id="{C90D6D1E-01FE-489A-A9FD-F659A69EFB1D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335253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24877CE8-7FEA-45F2-BAAF-1DB49C2EA89A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3970337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4" name="Picture Placeholder 3">
            <a:extLst>
              <a:ext uri="{FF2B5EF4-FFF2-40B4-BE49-F238E27FC236}">
                <a16:creationId xmlns:a16="http://schemas.microsoft.com/office/drawing/2014/main" id="{6909F2FF-4E62-4BDF-9D4F-63160E2F5421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4588139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5" name="Picture Placeholder 3">
            <a:extLst>
              <a:ext uri="{FF2B5EF4-FFF2-40B4-BE49-F238E27FC236}">
                <a16:creationId xmlns:a16="http://schemas.microsoft.com/office/drawing/2014/main" id="{55B26041-2085-4617-B87E-5EE67E48AED3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5205941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6" name="Picture Placeholder 3">
            <a:extLst>
              <a:ext uri="{FF2B5EF4-FFF2-40B4-BE49-F238E27FC236}">
                <a16:creationId xmlns:a16="http://schemas.microsoft.com/office/drawing/2014/main" id="{772E60F6-DEE9-42E1-BE2E-A756D7DB2394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5823743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7" name="Picture Placeholder 3">
            <a:extLst>
              <a:ext uri="{FF2B5EF4-FFF2-40B4-BE49-F238E27FC236}">
                <a16:creationId xmlns:a16="http://schemas.microsoft.com/office/drawing/2014/main" id="{E65C1EC8-AACB-464B-BAC6-A0C6ED82C98D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644154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8" name="Picture Placeholder 3">
            <a:extLst>
              <a:ext uri="{FF2B5EF4-FFF2-40B4-BE49-F238E27FC236}">
                <a16:creationId xmlns:a16="http://schemas.microsoft.com/office/drawing/2014/main" id="{5884D4E4-66AC-4B89-B94A-0342E07C5E91}"/>
              </a:ext>
            </a:extLst>
          </p:cNvPr>
          <p:cNvSpPr>
            <a:spLocks noGrp="1"/>
          </p:cNvSpPr>
          <p:nvPr>
            <p:ph type="pic" sz="quarter" idx="78"/>
          </p:nvPr>
        </p:nvSpPr>
        <p:spPr>
          <a:xfrm>
            <a:off x="7059347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9" name="Picture Placeholder 3">
            <a:extLst>
              <a:ext uri="{FF2B5EF4-FFF2-40B4-BE49-F238E27FC236}">
                <a16:creationId xmlns:a16="http://schemas.microsoft.com/office/drawing/2014/main" id="{223F551B-E0FC-4874-9368-A6A9A54AF800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7677149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619C14EC-64B1-455A-9C0A-B7C6D8DA0E1D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8294951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1" name="Picture Placeholder 3">
            <a:extLst>
              <a:ext uri="{FF2B5EF4-FFF2-40B4-BE49-F238E27FC236}">
                <a16:creationId xmlns:a16="http://schemas.microsoft.com/office/drawing/2014/main" id="{28089A62-C53A-4B53-8FD1-C69574BEDEB1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8912753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2" name="Picture Placeholder 3">
            <a:extLst>
              <a:ext uri="{FF2B5EF4-FFF2-40B4-BE49-F238E27FC236}">
                <a16:creationId xmlns:a16="http://schemas.microsoft.com/office/drawing/2014/main" id="{BB43722B-985F-43AC-82CF-C0E5A61D60C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53055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3" name="Picture Placeholder 3">
            <a:extLst>
              <a:ext uri="{FF2B5EF4-FFF2-40B4-BE49-F238E27FC236}">
                <a16:creationId xmlns:a16="http://schemas.microsoft.com/office/drawing/2014/main" id="{7E57E672-6586-4B21-B358-8BBE6CBE64A4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10148357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4" name="Picture Placeholder 3">
            <a:extLst>
              <a:ext uri="{FF2B5EF4-FFF2-40B4-BE49-F238E27FC236}">
                <a16:creationId xmlns:a16="http://schemas.microsoft.com/office/drawing/2014/main" id="{E6FAA9CF-2AF2-4E8B-8FD7-9FE6EFE13192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10766159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5" name="Picture Placeholder 3">
            <a:extLst>
              <a:ext uri="{FF2B5EF4-FFF2-40B4-BE49-F238E27FC236}">
                <a16:creationId xmlns:a16="http://schemas.microsoft.com/office/drawing/2014/main" id="{374F3063-3102-4C8D-8950-0C3613A479F6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1138396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6" name="Picture Placeholder 3">
            <a:extLst>
              <a:ext uri="{FF2B5EF4-FFF2-40B4-BE49-F238E27FC236}">
                <a16:creationId xmlns:a16="http://schemas.microsoft.com/office/drawing/2014/main" id="{12718832-C3C6-4E7B-803E-1E7C297AD74A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26352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7" name="Picture Placeholder 3">
            <a:extLst>
              <a:ext uri="{FF2B5EF4-FFF2-40B4-BE49-F238E27FC236}">
                <a16:creationId xmlns:a16="http://schemas.microsoft.com/office/drawing/2014/main" id="{64629C66-9BA1-4656-BE4F-9BEB4A89BDF6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881327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8" name="Picture Placeholder 3">
            <a:extLst>
              <a:ext uri="{FF2B5EF4-FFF2-40B4-BE49-F238E27FC236}">
                <a16:creationId xmlns:a16="http://schemas.microsoft.com/office/drawing/2014/main" id="{026AC32C-E1DC-4564-8EAA-C6658443DCE9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1499129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9" name="Picture Placeholder 3">
            <a:extLst>
              <a:ext uri="{FF2B5EF4-FFF2-40B4-BE49-F238E27FC236}">
                <a16:creationId xmlns:a16="http://schemas.microsoft.com/office/drawing/2014/main" id="{1F699C86-3334-49B1-8647-561FD50FB3B6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>
          <a:xfrm>
            <a:off x="2116931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0" name="Picture Placeholder 3">
            <a:extLst>
              <a:ext uri="{FF2B5EF4-FFF2-40B4-BE49-F238E27FC236}">
                <a16:creationId xmlns:a16="http://schemas.microsoft.com/office/drawing/2014/main" id="{0F7421AA-BFED-425B-8BDE-E0280558901D}"/>
              </a:ext>
            </a:extLst>
          </p:cNvPr>
          <p:cNvSpPr>
            <a:spLocks noGrp="1"/>
          </p:cNvSpPr>
          <p:nvPr>
            <p:ph type="pic" sz="quarter" idx="90"/>
          </p:nvPr>
        </p:nvSpPr>
        <p:spPr>
          <a:xfrm>
            <a:off x="2734733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1" name="Picture Placeholder 3">
            <a:extLst>
              <a:ext uri="{FF2B5EF4-FFF2-40B4-BE49-F238E27FC236}">
                <a16:creationId xmlns:a16="http://schemas.microsoft.com/office/drawing/2014/main" id="{4532239D-11CD-404A-B1E9-BCB2EF45FF3A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>
          <a:xfrm>
            <a:off x="335253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2" name="Picture Placeholder 3">
            <a:extLst>
              <a:ext uri="{FF2B5EF4-FFF2-40B4-BE49-F238E27FC236}">
                <a16:creationId xmlns:a16="http://schemas.microsoft.com/office/drawing/2014/main" id="{D41F7A79-14CF-4563-AAEC-123A3380A201}"/>
              </a:ext>
            </a:extLst>
          </p:cNvPr>
          <p:cNvSpPr>
            <a:spLocks noGrp="1"/>
          </p:cNvSpPr>
          <p:nvPr>
            <p:ph type="pic" sz="quarter" idx="92"/>
          </p:nvPr>
        </p:nvSpPr>
        <p:spPr>
          <a:xfrm>
            <a:off x="3970337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3" name="Picture Placeholder 3">
            <a:extLst>
              <a:ext uri="{FF2B5EF4-FFF2-40B4-BE49-F238E27FC236}">
                <a16:creationId xmlns:a16="http://schemas.microsoft.com/office/drawing/2014/main" id="{CECFBA8D-A5D0-4C1B-ABA0-7497D1CA26DD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>
          <a:xfrm>
            <a:off x="4588139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4" name="Picture Placeholder 3">
            <a:extLst>
              <a:ext uri="{FF2B5EF4-FFF2-40B4-BE49-F238E27FC236}">
                <a16:creationId xmlns:a16="http://schemas.microsoft.com/office/drawing/2014/main" id="{4EA06613-CEDB-4342-9A99-AA308CBA3E8B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>
          <a:xfrm>
            <a:off x="5205941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5" name="Picture Placeholder 3">
            <a:extLst>
              <a:ext uri="{FF2B5EF4-FFF2-40B4-BE49-F238E27FC236}">
                <a16:creationId xmlns:a16="http://schemas.microsoft.com/office/drawing/2014/main" id="{9065C0AA-C3E2-4D50-AB7B-A3E3F73789AA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>
          <a:xfrm>
            <a:off x="5823743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6" name="Picture Placeholder 3">
            <a:extLst>
              <a:ext uri="{FF2B5EF4-FFF2-40B4-BE49-F238E27FC236}">
                <a16:creationId xmlns:a16="http://schemas.microsoft.com/office/drawing/2014/main" id="{A465A43A-5ED6-4F01-A76D-9911FE2363AD}"/>
              </a:ext>
            </a:extLst>
          </p:cNvPr>
          <p:cNvSpPr>
            <a:spLocks noGrp="1"/>
          </p:cNvSpPr>
          <p:nvPr>
            <p:ph type="pic" sz="quarter" idx="96"/>
          </p:nvPr>
        </p:nvSpPr>
        <p:spPr>
          <a:xfrm>
            <a:off x="644154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7" name="Picture Placeholder 3">
            <a:extLst>
              <a:ext uri="{FF2B5EF4-FFF2-40B4-BE49-F238E27FC236}">
                <a16:creationId xmlns:a16="http://schemas.microsoft.com/office/drawing/2014/main" id="{14825284-E3AF-4092-A40D-284575002F34}"/>
              </a:ext>
            </a:extLst>
          </p:cNvPr>
          <p:cNvSpPr>
            <a:spLocks noGrp="1"/>
          </p:cNvSpPr>
          <p:nvPr>
            <p:ph type="pic" sz="quarter" idx="97"/>
          </p:nvPr>
        </p:nvSpPr>
        <p:spPr>
          <a:xfrm>
            <a:off x="7059347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8" name="Picture Placeholder 3">
            <a:extLst>
              <a:ext uri="{FF2B5EF4-FFF2-40B4-BE49-F238E27FC236}">
                <a16:creationId xmlns:a16="http://schemas.microsoft.com/office/drawing/2014/main" id="{2330A4BA-DE17-491D-A47B-7F2EF4BB10E7}"/>
              </a:ext>
            </a:extLst>
          </p:cNvPr>
          <p:cNvSpPr>
            <a:spLocks noGrp="1"/>
          </p:cNvSpPr>
          <p:nvPr>
            <p:ph type="pic" sz="quarter" idx="98"/>
          </p:nvPr>
        </p:nvSpPr>
        <p:spPr>
          <a:xfrm>
            <a:off x="7677149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9" name="Picture Placeholder 3">
            <a:extLst>
              <a:ext uri="{FF2B5EF4-FFF2-40B4-BE49-F238E27FC236}">
                <a16:creationId xmlns:a16="http://schemas.microsoft.com/office/drawing/2014/main" id="{3B607C97-2AE4-4282-8F71-C8A837A6D06B}"/>
              </a:ext>
            </a:extLst>
          </p:cNvPr>
          <p:cNvSpPr>
            <a:spLocks noGrp="1"/>
          </p:cNvSpPr>
          <p:nvPr>
            <p:ph type="pic" sz="quarter" idx="99"/>
          </p:nvPr>
        </p:nvSpPr>
        <p:spPr>
          <a:xfrm>
            <a:off x="8294951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0" name="Picture Placeholder 3">
            <a:extLst>
              <a:ext uri="{FF2B5EF4-FFF2-40B4-BE49-F238E27FC236}">
                <a16:creationId xmlns:a16="http://schemas.microsoft.com/office/drawing/2014/main" id="{3C94E2C4-8768-4EC3-96E6-E02A2ECD0F70}"/>
              </a:ext>
            </a:extLst>
          </p:cNvPr>
          <p:cNvSpPr>
            <a:spLocks noGrp="1"/>
          </p:cNvSpPr>
          <p:nvPr>
            <p:ph type="pic" sz="quarter" idx="100"/>
          </p:nvPr>
        </p:nvSpPr>
        <p:spPr>
          <a:xfrm>
            <a:off x="8912753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1" name="Picture Placeholder 3">
            <a:extLst>
              <a:ext uri="{FF2B5EF4-FFF2-40B4-BE49-F238E27FC236}">
                <a16:creationId xmlns:a16="http://schemas.microsoft.com/office/drawing/2014/main" id="{62E0E981-95BA-4642-AA4C-7B0B52CF6696}"/>
              </a:ext>
            </a:extLst>
          </p:cNvPr>
          <p:cNvSpPr>
            <a:spLocks noGrp="1"/>
          </p:cNvSpPr>
          <p:nvPr>
            <p:ph type="pic" sz="quarter" idx="101"/>
          </p:nvPr>
        </p:nvSpPr>
        <p:spPr>
          <a:xfrm>
            <a:off x="953055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2" name="Picture Placeholder 3">
            <a:extLst>
              <a:ext uri="{FF2B5EF4-FFF2-40B4-BE49-F238E27FC236}">
                <a16:creationId xmlns:a16="http://schemas.microsoft.com/office/drawing/2014/main" id="{73FD81BC-BC35-4C73-83AF-5C8724E1E818}"/>
              </a:ext>
            </a:extLst>
          </p:cNvPr>
          <p:cNvSpPr>
            <a:spLocks noGrp="1"/>
          </p:cNvSpPr>
          <p:nvPr>
            <p:ph type="pic" sz="quarter" idx="102"/>
          </p:nvPr>
        </p:nvSpPr>
        <p:spPr>
          <a:xfrm>
            <a:off x="10148357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3" name="Picture Placeholder 3">
            <a:extLst>
              <a:ext uri="{FF2B5EF4-FFF2-40B4-BE49-F238E27FC236}">
                <a16:creationId xmlns:a16="http://schemas.microsoft.com/office/drawing/2014/main" id="{35721567-DB33-4C45-8615-7543562C69AC}"/>
              </a:ext>
            </a:extLst>
          </p:cNvPr>
          <p:cNvSpPr>
            <a:spLocks noGrp="1"/>
          </p:cNvSpPr>
          <p:nvPr>
            <p:ph type="pic" sz="quarter" idx="103"/>
          </p:nvPr>
        </p:nvSpPr>
        <p:spPr>
          <a:xfrm>
            <a:off x="10766159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4" name="Picture Placeholder 3">
            <a:extLst>
              <a:ext uri="{FF2B5EF4-FFF2-40B4-BE49-F238E27FC236}">
                <a16:creationId xmlns:a16="http://schemas.microsoft.com/office/drawing/2014/main" id="{DC0CE326-1D20-4E58-BD07-4F3F714C33AC}"/>
              </a:ext>
            </a:extLst>
          </p:cNvPr>
          <p:cNvSpPr>
            <a:spLocks noGrp="1"/>
          </p:cNvSpPr>
          <p:nvPr>
            <p:ph type="pic" sz="quarter" idx="104"/>
          </p:nvPr>
        </p:nvSpPr>
        <p:spPr>
          <a:xfrm>
            <a:off x="1138396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5" name="Picture Placeholder 3">
            <a:extLst>
              <a:ext uri="{FF2B5EF4-FFF2-40B4-BE49-F238E27FC236}">
                <a16:creationId xmlns:a16="http://schemas.microsoft.com/office/drawing/2014/main" id="{F8659BAC-FEA6-4630-970C-0D2A6AC68B4D}"/>
              </a:ext>
            </a:extLst>
          </p:cNvPr>
          <p:cNvSpPr>
            <a:spLocks noGrp="1"/>
          </p:cNvSpPr>
          <p:nvPr>
            <p:ph type="pic" sz="quarter" idx="105"/>
          </p:nvPr>
        </p:nvSpPr>
        <p:spPr>
          <a:xfrm>
            <a:off x="26352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6" name="Picture Placeholder 3">
            <a:extLst>
              <a:ext uri="{FF2B5EF4-FFF2-40B4-BE49-F238E27FC236}">
                <a16:creationId xmlns:a16="http://schemas.microsoft.com/office/drawing/2014/main" id="{4CDDEEE9-1030-4C65-B825-72CE4282950C}"/>
              </a:ext>
            </a:extLst>
          </p:cNvPr>
          <p:cNvSpPr>
            <a:spLocks noGrp="1"/>
          </p:cNvSpPr>
          <p:nvPr>
            <p:ph type="pic" sz="quarter" idx="106"/>
          </p:nvPr>
        </p:nvSpPr>
        <p:spPr>
          <a:xfrm>
            <a:off x="881327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7" name="Picture Placeholder 3">
            <a:extLst>
              <a:ext uri="{FF2B5EF4-FFF2-40B4-BE49-F238E27FC236}">
                <a16:creationId xmlns:a16="http://schemas.microsoft.com/office/drawing/2014/main" id="{3309FA2B-7DF8-49A2-97C1-A4BA3B0152CD}"/>
              </a:ext>
            </a:extLst>
          </p:cNvPr>
          <p:cNvSpPr>
            <a:spLocks noGrp="1"/>
          </p:cNvSpPr>
          <p:nvPr>
            <p:ph type="pic" sz="quarter" idx="107"/>
          </p:nvPr>
        </p:nvSpPr>
        <p:spPr>
          <a:xfrm>
            <a:off x="1499129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8" name="Picture Placeholder 3">
            <a:extLst>
              <a:ext uri="{FF2B5EF4-FFF2-40B4-BE49-F238E27FC236}">
                <a16:creationId xmlns:a16="http://schemas.microsoft.com/office/drawing/2014/main" id="{A65D839D-CBB7-4C01-8E96-D05876D35D81}"/>
              </a:ext>
            </a:extLst>
          </p:cNvPr>
          <p:cNvSpPr>
            <a:spLocks noGrp="1"/>
          </p:cNvSpPr>
          <p:nvPr>
            <p:ph type="pic" sz="quarter" idx="108"/>
          </p:nvPr>
        </p:nvSpPr>
        <p:spPr>
          <a:xfrm>
            <a:off x="2116931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9" name="Picture Placeholder 3">
            <a:extLst>
              <a:ext uri="{FF2B5EF4-FFF2-40B4-BE49-F238E27FC236}">
                <a16:creationId xmlns:a16="http://schemas.microsoft.com/office/drawing/2014/main" id="{1E0787E0-4FB5-403C-B691-117B7A871569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2734733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0" name="Picture Placeholder 3">
            <a:extLst>
              <a:ext uri="{FF2B5EF4-FFF2-40B4-BE49-F238E27FC236}">
                <a16:creationId xmlns:a16="http://schemas.microsoft.com/office/drawing/2014/main" id="{02E1C102-B191-4ADC-96CB-C72F1A6712C5}"/>
              </a:ext>
            </a:extLst>
          </p:cNvPr>
          <p:cNvSpPr>
            <a:spLocks noGrp="1"/>
          </p:cNvSpPr>
          <p:nvPr>
            <p:ph type="pic" sz="quarter" idx="110"/>
          </p:nvPr>
        </p:nvSpPr>
        <p:spPr>
          <a:xfrm>
            <a:off x="335253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1" name="Picture Placeholder 3">
            <a:extLst>
              <a:ext uri="{FF2B5EF4-FFF2-40B4-BE49-F238E27FC236}">
                <a16:creationId xmlns:a16="http://schemas.microsoft.com/office/drawing/2014/main" id="{0F732065-2560-4AA6-AE48-72DFD7DC4A7D}"/>
              </a:ext>
            </a:extLst>
          </p:cNvPr>
          <p:cNvSpPr>
            <a:spLocks noGrp="1"/>
          </p:cNvSpPr>
          <p:nvPr>
            <p:ph type="pic" sz="quarter" idx="111"/>
          </p:nvPr>
        </p:nvSpPr>
        <p:spPr>
          <a:xfrm>
            <a:off x="3970337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2" name="Picture Placeholder 3">
            <a:extLst>
              <a:ext uri="{FF2B5EF4-FFF2-40B4-BE49-F238E27FC236}">
                <a16:creationId xmlns:a16="http://schemas.microsoft.com/office/drawing/2014/main" id="{E8E85D65-4D51-4D6C-9930-2C6A76BF751D}"/>
              </a:ext>
            </a:extLst>
          </p:cNvPr>
          <p:cNvSpPr>
            <a:spLocks noGrp="1"/>
          </p:cNvSpPr>
          <p:nvPr>
            <p:ph type="pic" sz="quarter" idx="112"/>
          </p:nvPr>
        </p:nvSpPr>
        <p:spPr>
          <a:xfrm>
            <a:off x="4588139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3" name="Picture Placeholder 3">
            <a:extLst>
              <a:ext uri="{FF2B5EF4-FFF2-40B4-BE49-F238E27FC236}">
                <a16:creationId xmlns:a16="http://schemas.microsoft.com/office/drawing/2014/main" id="{7D02CBBE-C793-46E3-9B75-081BCDE78D5A}"/>
              </a:ext>
            </a:extLst>
          </p:cNvPr>
          <p:cNvSpPr>
            <a:spLocks noGrp="1"/>
          </p:cNvSpPr>
          <p:nvPr>
            <p:ph type="pic" sz="quarter" idx="113"/>
          </p:nvPr>
        </p:nvSpPr>
        <p:spPr>
          <a:xfrm>
            <a:off x="5205941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4" name="Picture Placeholder 3">
            <a:extLst>
              <a:ext uri="{FF2B5EF4-FFF2-40B4-BE49-F238E27FC236}">
                <a16:creationId xmlns:a16="http://schemas.microsoft.com/office/drawing/2014/main" id="{4592D546-EFDE-4B76-9BED-3F841CBD1A31}"/>
              </a:ext>
            </a:extLst>
          </p:cNvPr>
          <p:cNvSpPr>
            <a:spLocks noGrp="1"/>
          </p:cNvSpPr>
          <p:nvPr>
            <p:ph type="pic" sz="quarter" idx="114"/>
          </p:nvPr>
        </p:nvSpPr>
        <p:spPr>
          <a:xfrm>
            <a:off x="5823743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5" name="Picture Placeholder 3">
            <a:extLst>
              <a:ext uri="{FF2B5EF4-FFF2-40B4-BE49-F238E27FC236}">
                <a16:creationId xmlns:a16="http://schemas.microsoft.com/office/drawing/2014/main" id="{073E1E4B-A3B4-4665-857E-0EB63293E5F2}"/>
              </a:ext>
            </a:extLst>
          </p:cNvPr>
          <p:cNvSpPr>
            <a:spLocks noGrp="1"/>
          </p:cNvSpPr>
          <p:nvPr>
            <p:ph type="pic" sz="quarter" idx="115"/>
          </p:nvPr>
        </p:nvSpPr>
        <p:spPr>
          <a:xfrm>
            <a:off x="644154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6" name="Picture Placeholder 3">
            <a:extLst>
              <a:ext uri="{FF2B5EF4-FFF2-40B4-BE49-F238E27FC236}">
                <a16:creationId xmlns:a16="http://schemas.microsoft.com/office/drawing/2014/main" id="{2B1490F0-B0A4-4BD4-BA04-267E958146C3}"/>
              </a:ext>
            </a:extLst>
          </p:cNvPr>
          <p:cNvSpPr>
            <a:spLocks noGrp="1"/>
          </p:cNvSpPr>
          <p:nvPr>
            <p:ph type="pic" sz="quarter" idx="116"/>
          </p:nvPr>
        </p:nvSpPr>
        <p:spPr>
          <a:xfrm>
            <a:off x="7059347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7" name="Picture Placeholder 3">
            <a:extLst>
              <a:ext uri="{FF2B5EF4-FFF2-40B4-BE49-F238E27FC236}">
                <a16:creationId xmlns:a16="http://schemas.microsoft.com/office/drawing/2014/main" id="{F84E156E-BC15-4A3C-9132-F9CB25A35287}"/>
              </a:ext>
            </a:extLst>
          </p:cNvPr>
          <p:cNvSpPr>
            <a:spLocks noGrp="1"/>
          </p:cNvSpPr>
          <p:nvPr>
            <p:ph type="pic" sz="quarter" idx="117"/>
          </p:nvPr>
        </p:nvSpPr>
        <p:spPr>
          <a:xfrm>
            <a:off x="7677149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8" name="Picture Placeholder 3">
            <a:extLst>
              <a:ext uri="{FF2B5EF4-FFF2-40B4-BE49-F238E27FC236}">
                <a16:creationId xmlns:a16="http://schemas.microsoft.com/office/drawing/2014/main" id="{DEF302F8-1351-412F-B121-3345A8F9A2AE}"/>
              </a:ext>
            </a:extLst>
          </p:cNvPr>
          <p:cNvSpPr>
            <a:spLocks noGrp="1"/>
          </p:cNvSpPr>
          <p:nvPr>
            <p:ph type="pic" sz="quarter" idx="118"/>
          </p:nvPr>
        </p:nvSpPr>
        <p:spPr>
          <a:xfrm>
            <a:off x="8294951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9" name="Picture Placeholder 3">
            <a:extLst>
              <a:ext uri="{FF2B5EF4-FFF2-40B4-BE49-F238E27FC236}">
                <a16:creationId xmlns:a16="http://schemas.microsoft.com/office/drawing/2014/main" id="{FAEB9563-58E3-439A-B15B-B76C8C28D74B}"/>
              </a:ext>
            </a:extLst>
          </p:cNvPr>
          <p:cNvSpPr>
            <a:spLocks noGrp="1"/>
          </p:cNvSpPr>
          <p:nvPr>
            <p:ph type="pic" sz="quarter" idx="119"/>
          </p:nvPr>
        </p:nvSpPr>
        <p:spPr>
          <a:xfrm>
            <a:off x="8912753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0" name="Picture Placeholder 3">
            <a:extLst>
              <a:ext uri="{FF2B5EF4-FFF2-40B4-BE49-F238E27FC236}">
                <a16:creationId xmlns:a16="http://schemas.microsoft.com/office/drawing/2014/main" id="{FABC0962-3285-43C1-AA07-5B073749178C}"/>
              </a:ext>
            </a:extLst>
          </p:cNvPr>
          <p:cNvSpPr>
            <a:spLocks noGrp="1"/>
          </p:cNvSpPr>
          <p:nvPr>
            <p:ph type="pic" sz="quarter" idx="120"/>
          </p:nvPr>
        </p:nvSpPr>
        <p:spPr>
          <a:xfrm>
            <a:off x="953055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1" name="Picture Placeholder 3">
            <a:extLst>
              <a:ext uri="{FF2B5EF4-FFF2-40B4-BE49-F238E27FC236}">
                <a16:creationId xmlns:a16="http://schemas.microsoft.com/office/drawing/2014/main" id="{62B37DF1-6F3B-40E7-A9F0-BE6353DC8615}"/>
              </a:ext>
            </a:extLst>
          </p:cNvPr>
          <p:cNvSpPr>
            <a:spLocks noGrp="1"/>
          </p:cNvSpPr>
          <p:nvPr>
            <p:ph type="pic" sz="quarter" idx="121"/>
          </p:nvPr>
        </p:nvSpPr>
        <p:spPr>
          <a:xfrm>
            <a:off x="10148357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2" name="Picture Placeholder 3">
            <a:extLst>
              <a:ext uri="{FF2B5EF4-FFF2-40B4-BE49-F238E27FC236}">
                <a16:creationId xmlns:a16="http://schemas.microsoft.com/office/drawing/2014/main" id="{C8BFD0B8-5443-4406-8ACA-4812A4197B59}"/>
              </a:ext>
            </a:extLst>
          </p:cNvPr>
          <p:cNvSpPr>
            <a:spLocks noGrp="1"/>
          </p:cNvSpPr>
          <p:nvPr>
            <p:ph type="pic" sz="quarter" idx="122"/>
          </p:nvPr>
        </p:nvSpPr>
        <p:spPr>
          <a:xfrm>
            <a:off x="10766159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3" name="Picture Placeholder 3">
            <a:extLst>
              <a:ext uri="{FF2B5EF4-FFF2-40B4-BE49-F238E27FC236}">
                <a16:creationId xmlns:a16="http://schemas.microsoft.com/office/drawing/2014/main" id="{89FB2940-1141-484F-A1DD-53F7CCB210BB}"/>
              </a:ext>
            </a:extLst>
          </p:cNvPr>
          <p:cNvSpPr>
            <a:spLocks noGrp="1"/>
          </p:cNvSpPr>
          <p:nvPr>
            <p:ph type="pic" sz="quarter" idx="123"/>
          </p:nvPr>
        </p:nvSpPr>
        <p:spPr>
          <a:xfrm>
            <a:off x="1138396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4" name="Picture Placeholder 3">
            <a:extLst>
              <a:ext uri="{FF2B5EF4-FFF2-40B4-BE49-F238E27FC236}">
                <a16:creationId xmlns:a16="http://schemas.microsoft.com/office/drawing/2014/main" id="{3B4F1262-FE44-4A3A-82D5-7B4645E3B56B}"/>
              </a:ext>
            </a:extLst>
          </p:cNvPr>
          <p:cNvSpPr>
            <a:spLocks noGrp="1"/>
          </p:cNvSpPr>
          <p:nvPr>
            <p:ph type="pic" sz="quarter" idx="124"/>
          </p:nvPr>
        </p:nvSpPr>
        <p:spPr>
          <a:xfrm>
            <a:off x="26352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5" name="Picture Placeholder 3">
            <a:extLst>
              <a:ext uri="{FF2B5EF4-FFF2-40B4-BE49-F238E27FC236}">
                <a16:creationId xmlns:a16="http://schemas.microsoft.com/office/drawing/2014/main" id="{54EB9E2E-6DB6-4ACE-8906-7386589E626E}"/>
              </a:ext>
            </a:extLst>
          </p:cNvPr>
          <p:cNvSpPr>
            <a:spLocks noGrp="1"/>
          </p:cNvSpPr>
          <p:nvPr>
            <p:ph type="pic" sz="quarter" idx="125"/>
          </p:nvPr>
        </p:nvSpPr>
        <p:spPr>
          <a:xfrm>
            <a:off x="881327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6" name="Picture Placeholder 3">
            <a:extLst>
              <a:ext uri="{FF2B5EF4-FFF2-40B4-BE49-F238E27FC236}">
                <a16:creationId xmlns:a16="http://schemas.microsoft.com/office/drawing/2014/main" id="{0D784079-1370-46EC-A680-4794D9785233}"/>
              </a:ext>
            </a:extLst>
          </p:cNvPr>
          <p:cNvSpPr>
            <a:spLocks noGrp="1"/>
          </p:cNvSpPr>
          <p:nvPr>
            <p:ph type="pic" sz="quarter" idx="126"/>
          </p:nvPr>
        </p:nvSpPr>
        <p:spPr>
          <a:xfrm>
            <a:off x="1499129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7" name="Picture Placeholder 3">
            <a:extLst>
              <a:ext uri="{FF2B5EF4-FFF2-40B4-BE49-F238E27FC236}">
                <a16:creationId xmlns:a16="http://schemas.microsoft.com/office/drawing/2014/main" id="{286050DF-F03B-41EE-9962-F9CC5173056B}"/>
              </a:ext>
            </a:extLst>
          </p:cNvPr>
          <p:cNvSpPr>
            <a:spLocks noGrp="1"/>
          </p:cNvSpPr>
          <p:nvPr>
            <p:ph type="pic" sz="quarter" idx="127"/>
          </p:nvPr>
        </p:nvSpPr>
        <p:spPr>
          <a:xfrm>
            <a:off x="2116931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8" name="Picture Placeholder 3">
            <a:extLst>
              <a:ext uri="{FF2B5EF4-FFF2-40B4-BE49-F238E27FC236}">
                <a16:creationId xmlns:a16="http://schemas.microsoft.com/office/drawing/2014/main" id="{9646F6DE-C08A-4D11-AB97-4E3602D38A3A}"/>
              </a:ext>
            </a:extLst>
          </p:cNvPr>
          <p:cNvSpPr>
            <a:spLocks noGrp="1"/>
          </p:cNvSpPr>
          <p:nvPr>
            <p:ph type="pic" sz="quarter" idx="128"/>
          </p:nvPr>
        </p:nvSpPr>
        <p:spPr>
          <a:xfrm>
            <a:off x="2734733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9" name="Picture Placeholder 3">
            <a:extLst>
              <a:ext uri="{FF2B5EF4-FFF2-40B4-BE49-F238E27FC236}">
                <a16:creationId xmlns:a16="http://schemas.microsoft.com/office/drawing/2014/main" id="{56E0D223-3251-4C49-88CD-4872E28BFCA6}"/>
              </a:ext>
            </a:extLst>
          </p:cNvPr>
          <p:cNvSpPr>
            <a:spLocks noGrp="1"/>
          </p:cNvSpPr>
          <p:nvPr>
            <p:ph type="pic" sz="quarter" idx="129"/>
          </p:nvPr>
        </p:nvSpPr>
        <p:spPr>
          <a:xfrm>
            <a:off x="335253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0" name="Picture Placeholder 3">
            <a:extLst>
              <a:ext uri="{FF2B5EF4-FFF2-40B4-BE49-F238E27FC236}">
                <a16:creationId xmlns:a16="http://schemas.microsoft.com/office/drawing/2014/main" id="{4D9A9F27-3F53-411A-B9E1-E95820D07551}"/>
              </a:ext>
            </a:extLst>
          </p:cNvPr>
          <p:cNvSpPr>
            <a:spLocks noGrp="1"/>
          </p:cNvSpPr>
          <p:nvPr>
            <p:ph type="pic" sz="quarter" idx="130"/>
          </p:nvPr>
        </p:nvSpPr>
        <p:spPr>
          <a:xfrm>
            <a:off x="3970337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1" name="Picture Placeholder 3">
            <a:extLst>
              <a:ext uri="{FF2B5EF4-FFF2-40B4-BE49-F238E27FC236}">
                <a16:creationId xmlns:a16="http://schemas.microsoft.com/office/drawing/2014/main" id="{A394F9E7-0BF5-4E07-964E-17BB659FD27F}"/>
              </a:ext>
            </a:extLst>
          </p:cNvPr>
          <p:cNvSpPr>
            <a:spLocks noGrp="1"/>
          </p:cNvSpPr>
          <p:nvPr>
            <p:ph type="pic" sz="quarter" idx="131"/>
          </p:nvPr>
        </p:nvSpPr>
        <p:spPr>
          <a:xfrm>
            <a:off x="4588139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2" name="Picture Placeholder 3">
            <a:extLst>
              <a:ext uri="{FF2B5EF4-FFF2-40B4-BE49-F238E27FC236}">
                <a16:creationId xmlns:a16="http://schemas.microsoft.com/office/drawing/2014/main" id="{2A80C605-4F4F-430F-9FD5-9B4AA176EB56}"/>
              </a:ext>
            </a:extLst>
          </p:cNvPr>
          <p:cNvSpPr>
            <a:spLocks noGrp="1"/>
          </p:cNvSpPr>
          <p:nvPr>
            <p:ph type="pic" sz="quarter" idx="132"/>
          </p:nvPr>
        </p:nvSpPr>
        <p:spPr>
          <a:xfrm>
            <a:off x="5205941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3" name="Picture Placeholder 3">
            <a:extLst>
              <a:ext uri="{FF2B5EF4-FFF2-40B4-BE49-F238E27FC236}">
                <a16:creationId xmlns:a16="http://schemas.microsoft.com/office/drawing/2014/main" id="{42D636A3-CEC9-4532-8ABD-C7474A4C2709}"/>
              </a:ext>
            </a:extLst>
          </p:cNvPr>
          <p:cNvSpPr>
            <a:spLocks noGrp="1"/>
          </p:cNvSpPr>
          <p:nvPr>
            <p:ph type="pic" sz="quarter" idx="133"/>
          </p:nvPr>
        </p:nvSpPr>
        <p:spPr>
          <a:xfrm>
            <a:off x="5823743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4" name="Picture Placeholder 3">
            <a:extLst>
              <a:ext uri="{FF2B5EF4-FFF2-40B4-BE49-F238E27FC236}">
                <a16:creationId xmlns:a16="http://schemas.microsoft.com/office/drawing/2014/main" id="{07C2C09A-C51B-4EB4-8A5F-9E91BB333FFD}"/>
              </a:ext>
            </a:extLst>
          </p:cNvPr>
          <p:cNvSpPr>
            <a:spLocks noGrp="1"/>
          </p:cNvSpPr>
          <p:nvPr>
            <p:ph type="pic" sz="quarter" idx="134"/>
          </p:nvPr>
        </p:nvSpPr>
        <p:spPr>
          <a:xfrm>
            <a:off x="644154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5" name="Picture Placeholder 3">
            <a:extLst>
              <a:ext uri="{FF2B5EF4-FFF2-40B4-BE49-F238E27FC236}">
                <a16:creationId xmlns:a16="http://schemas.microsoft.com/office/drawing/2014/main" id="{BD58E47F-2B7A-4998-867C-E0AE1E70C963}"/>
              </a:ext>
            </a:extLst>
          </p:cNvPr>
          <p:cNvSpPr>
            <a:spLocks noGrp="1"/>
          </p:cNvSpPr>
          <p:nvPr>
            <p:ph type="pic" sz="quarter" idx="135"/>
          </p:nvPr>
        </p:nvSpPr>
        <p:spPr>
          <a:xfrm>
            <a:off x="7059347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6" name="Picture Placeholder 3">
            <a:extLst>
              <a:ext uri="{FF2B5EF4-FFF2-40B4-BE49-F238E27FC236}">
                <a16:creationId xmlns:a16="http://schemas.microsoft.com/office/drawing/2014/main" id="{14C05167-1827-41B5-B874-DA7BC8D36BA2}"/>
              </a:ext>
            </a:extLst>
          </p:cNvPr>
          <p:cNvSpPr>
            <a:spLocks noGrp="1"/>
          </p:cNvSpPr>
          <p:nvPr>
            <p:ph type="pic" sz="quarter" idx="136"/>
          </p:nvPr>
        </p:nvSpPr>
        <p:spPr>
          <a:xfrm>
            <a:off x="7677149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7" name="Picture Placeholder 3">
            <a:extLst>
              <a:ext uri="{FF2B5EF4-FFF2-40B4-BE49-F238E27FC236}">
                <a16:creationId xmlns:a16="http://schemas.microsoft.com/office/drawing/2014/main" id="{FE578703-0F57-4215-B777-20EEF89A144E}"/>
              </a:ext>
            </a:extLst>
          </p:cNvPr>
          <p:cNvSpPr>
            <a:spLocks noGrp="1"/>
          </p:cNvSpPr>
          <p:nvPr>
            <p:ph type="pic" sz="quarter" idx="137"/>
          </p:nvPr>
        </p:nvSpPr>
        <p:spPr>
          <a:xfrm>
            <a:off x="8294951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8" name="Picture Placeholder 3">
            <a:extLst>
              <a:ext uri="{FF2B5EF4-FFF2-40B4-BE49-F238E27FC236}">
                <a16:creationId xmlns:a16="http://schemas.microsoft.com/office/drawing/2014/main" id="{12969293-A09E-4EF3-A143-0909BF9C9AE9}"/>
              </a:ext>
            </a:extLst>
          </p:cNvPr>
          <p:cNvSpPr>
            <a:spLocks noGrp="1"/>
          </p:cNvSpPr>
          <p:nvPr>
            <p:ph type="pic" sz="quarter" idx="138"/>
          </p:nvPr>
        </p:nvSpPr>
        <p:spPr>
          <a:xfrm>
            <a:off x="8912753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39" name="Picture Placeholder 3">
            <a:extLst>
              <a:ext uri="{FF2B5EF4-FFF2-40B4-BE49-F238E27FC236}">
                <a16:creationId xmlns:a16="http://schemas.microsoft.com/office/drawing/2014/main" id="{A941F7EB-C0FE-4F3A-8C94-29C2C19C0B04}"/>
              </a:ext>
            </a:extLst>
          </p:cNvPr>
          <p:cNvSpPr>
            <a:spLocks noGrp="1"/>
          </p:cNvSpPr>
          <p:nvPr>
            <p:ph type="pic" sz="quarter" idx="139"/>
          </p:nvPr>
        </p:nvSpPr>
        <p:spPr>
          <a:xfrm>
            <a:off x="953055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0" name="Picture Placeholder 3">
            <a:extLst>
              <a:ext uri="{FF2B5EF4-FFF2-40B4-BE49-F238E27FC236}">
                <a16:creationId xmlns:a16="http://schemas.microsoft.com/office/drawing/2014/main" id="{F2A3E907-342F-468A-A5D6-582845FC52B8}"/>
              </a:ext>
            </a:extLst>
          </p:cNvPr>
          <p:cNvSpPr>
            <a:spLocks noGrp="1"/>
          </p:cNvSpPr>
          <p:nvPr>
            <p:ph type="pic" sz="quarter" idx="140"/>
          </p:nvPr>
        </p:nvSpPr>
        <p:spPr>
          <a:xfrm>
            <a:off x="10148357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1" name="Picture Placeholder 3">
            <a:extLst>
              <a:ext uri="{FF2B5EF4-FFF2-40B4-BE49-F238E27FC236}">
                <a16:creationId xmlns:a16="http://schemas.microsoft.com/office/drawing/2014/main" id="{C2C98313-FF85-43C8-A8A1-8706D4DD9997}"/>
              </a:ext>
            </a:extLst>
          </p:cNvPr>
          <p:cNvSpPr>
            <a:spLocks noGrp="1"/>
          </p:cNvSpPr>
          <p:nvPr>
            <p:ph type="pic" sz="quarter" idx="141"/>
          </p:nvPr>
        </p:nvSpPr>
        <p:spPr>
          <a:xfrm>
            <a:off x="10766159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2" name="Picture Placeholder 3">
            <a:extLst>
              <a:ext uri="{FF2B5EF4-FFF2-40B4-BE49-F238E27FC236}">
                <a16:creationId xmlns:a16="http://schemas.microsoft.com/office/drawing/2014/main" id="{E4623E41-E61B-4B96-AFD6-72DF499DFB81}"/>
              </a:ext>
            </a:extLst>
          </p:cNvPr>
          <p:cNvSpPr>
            <a:spLocks noGrp="1"/>
          </p:cNvSpPr>
          <p:nvPr>
            <p:ph type="pic" sz="quarter" idx="142"/>
          </p:nvPr>
        </p:nvSpPr>
        <p:spPr>
          <a:xfrm>
            <a:off x="1138396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4" name="Picture Placeholder 3">
            <a:extLst>
              <a:ext uri="{FF2B5EF4-FFF2-40B4-BE49-F238E27FC236}">
                <a16:creationId xmlns:a16="http://schemas.microsoft.com/office/drawing/2014/main" id="{D5B1BD99-AFED-4B1F-8A06-8E024B506B41}"/>
              </a:ext>
            </a:extLst>
          </p:cNvPr>
          <p:cNvSpPr>
            <a:spLocks noGrp="1"/>
          </p:cNvSpPr>
          <p:nvPr>
            <p:ph type="pic" sz="quarter" idx="143"/>
          </p:nvPr>
        </p:nvSpPr>
        <p:spPr>
          <a:xfrm>
            <a:off x="263525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5" name="Picture Placeholder 3">
            <a:extLst>
              <a:ext uri="{FF2B5EF4-FFF2-40B4-BE49-F238E27FC236}">
                <a16:creationId xmlns:a16="http://schemas.microsoft.com/office/drawing/2014/main" id="{F14EFAF5-9ACD-47D2-9D60-55AC755ED5F6}"/>
              </a:ext>
            </a:extLst>
          </p:cNvPr>
          <p:cNvSpPr>
            <a:spLocks noGrp="1"/>
          </p:cNvSpPr>
          <p:nvPr>
            <p:ph type="pic" sz="quarter" idx="144"/>
          </p:nvPr>
        </p:nvSpPr>
        <p:spPr>
          <a:xfrm>
            <a:off x="881327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6" name="Picture Placeholder 3">
            <a:extLst>
              <a:ext uri="{FF2B5EF4-FFF2-40B4-BE49-F238E27FC236}">
                <a16:creationId xmlns:a16="http://schemas.microsoft.com/office/drawing/2014/main" id="{D7114E78-E981-481F-B946-9F1D22A3549D}"/>
              </a:ext>
            </a:extLst>
          </p:cNvPr>
          <p:cNvSpPr>
            <a:spLocks noGrp="1"/>
          </p:cNvSpPr>
          <p:nvPr>
            <p:ph type="pic" sz="quarter" idx="145"/>
          </p:nvPr>
        </p:nvSpPr>
        <p:spPr>
          <a:xfrm>
            <a:off x="1499129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7" name="Picture Placeholder 3">
            <a:extLst>
              <a:ext uri="{FF2B5EF4-FFF2-40B4-BE49-F238E27FC236}">
                <a16:creationId xmlns:a16="http://schemas.microsoft.com/office/drawing/2014/main" id="{F33A395B-D3D7-43F2-A2F9-8B4D0A77D90A}"/>
              </a:ext>
            </a:extLst>
          </p:cNvPr>
          <p:cNvSpPr>
            <a:spLocks noGrp="1"/>
          </p:cNvSpPr>
          <p:nvPr>
            <p:ph type="pic" sz="quarter" idx="146"/>
          </p:nvPr>
        </p:nvSpPr>
        <p:spPr>
          <a:xfrm>
            <a:off x="2116931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8" name="Picture Placeholder 3">
            <a:extLst>
              <a:ext uri="{FF2B5EF4-FFF2-40B4-BE49-F238E27FC236}">
                <a16:creationId xmlns:a16="http://schemas.microsoft.com/office/drawing/2014/main" id="{E740AC7B-34ED-4FB3-AB9B-DA89F31356B7}"/>
              </a:ext>
            </a:extLst>
          </p:cNvPr>
          <p:cNvSpPr>
            <a:spLocks noGrp="1"/>
          </p:cNvSpPr>
          <p:nvPr>
            <p:ph type="pic" sz="quarter" idx="147"/>
          </p:nvPr>
        </p:nvSpPr>
        <p:spPr>
          <a:xfrm>
            <a:off x="2734733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49" name="Picture Placeholder 3">
            <a:extLst>
              <a:ext uri="{FF2B5EF4-FFF2-40B4-BE49-F238E27FC236}">
                <a16:creationId xmlns:a16="http://schemas.microsoft.com/office/drawing/2014/main" id="{E00CDCB4-8BDE-408E-A0A8-57EE4276F16B}"/>
              </a:ext>
            </a:extLst>
          </p:cNvPr>
          <p:cNvSpPr>
            <a:spLocks noGrp="1"/>
          </p:cNvSpPr>
          <p:nvPr>
            <p:ph type="pic" sz="quarter" idx="148"/>
          </p:nvPr>
        </p:nvSpPr>
        <p:spPr>
          <a:xfrm>
            <a:off x="3352535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50" name="Picture Placeholder 3">
            <a:extLst>
              <a:ext uri="{FF2B5EF4-FFF2-40B4-BE49-F238E27FC236}">
                <a16:creationId xmlns:a16="http://schemas.microsoft.com/office/drawing/2014/main" id="{976DA504-426C-41AB-97D0-436310D4F9F8}"/>
              </a:ext>
            </a:extLst>
          </p:cNvPr>
          <p:cNvSpPr>
            <a:spLocks noGrp="1"/>
          </p:cNvSpPr>
          <p:nvPr>
            <p:ph type="pic" sz="quarter" idx="149"/>
          </p:nvPr>
        </p:nvSpPr>
        <p:spPr>
          <a:xfrm>
            <a:off x="3970337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51" name="Picture Placeholder 3">
            <a:extLst>
              <a:ext uri="{FF2B5EF4-FFF2-40B4-BE49-F238E27FC236}">
                <a16:creationId xmlns:a16="http://schemas.microsoft.com/office/drawing/2014/main" id="{E8F82A07-9276-4CA3-8922-D4361C9F6023}"/>
              </a:ext>
            </a:extLst>
          </p:cNvPr>
          <p:cNvSpPr>
            <a:spLocks noGrp="1"/>
          </p:cNvSpPr>
          <p:nvPr>
            <p:ph type="pic" sz="quarter" idx="150"/>
          </p:nvPr>
        </p:nvSpPr>
        <p:spPr>
          <a:xfrm>
            <a:off x="4588139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52" name="Picture Placeholder 3">
            <a:extLst>
              <a:ext uri="{FF2B5EF4-FFF2-40B4-BE49-F238E27FC236}">
                <a16:creationId xmlns:a16="http://schemas.microsoft.com/office/drawing/2014/main" id="{343C05C6-B5A3-469D-B24B-5ABD5A75F88E}"/>
              </a:ext>
            </a:extLst>
          </p:cNvPr>
          <p:cNvSpPr>
            <a:spLocks noGrp="1"/>
          </p:cNvSpPr>
          <p:nvPr>
            <p:ph type="pic" sz="quarter" idx="151"/>
          </p:nvPr>
        </p:nvSpPr>
        <p:spPr>
          <a:xfrm>
            <a:off x="5205941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53" name="Picture Placeholder 3">
            <a:extLst>
              <a:ext uri="{FF2B5EF4-FFF2-40B4-BE49-F238E27FC236}">
                <a16:creationId xmlns:a16="http://schemas.microsoft.com/office/drawing/2014/main" id="{85BF6D52-4D8B-41D6-8757-45A03D950565}"/>
              </a:ext>
            </a:extLst>
          </p:cNvPr>
          <p:cNvSpPr>
            <a:spLocks noGrp="1"/>
          </p:cNvSpPr>
          <p:nvPr>
            <p:ph type="pic" sz="quarter" idx="152"/>
          </p:nvPr>
        </p:nvSpPr>
        <p:spPr>
          <a:xfrm>
            <a:off x="5823743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54" name="Picture Placeholder 3">
            <a:extLst>
              <a:ext uri="{FF2B5EF4-FFF2-40B4-BE49-F238E27FC236}">
                <a16:creationId xmlns:a16="http://schemas.microsoft.com/office/drawing/2014/main" id="{1F4A6CD7-0B20-4C90-B26F-05EA65C02768}"/>
              </a:ext>
            </a:extLst>
          </p:cNvPr>
          <p:cNvSpPr>
            <a:spLocks noGrp="1"/>
          </p:cNvSpPr>
          <p:nvPr>
            <p:ph type="pic" sz="quarter" idx="153"/>
          </p:nvPr>
        </p:nvSpPr>
        <p:spPr>
          <a:xfrm>
            <a:off x="6441545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55" name="Picture Placeholder 3">
            <a:extLst>
              <a:ext uri="{FF2B5EF4-FFF2-40B4-BE49-F238E27FC236}">
                <a16:creationId xmlns:a16="http://schemas.microsoft.com/office/drawing/2014/main" id="{A0864688-983B-4ABD-A48A-A82BEC3138A8}"/>
              </a:ext>
            </a:extLst>
          </p:cNvPr>
          <p:cNvSpPr>
            <a:spLocks noGrp="1"/>
          </p:cNvSpPr>
          <p:nvPr>
            <p:ph type="pic" sz="quarter" idx="154"/>
          </p:nvPr>
        </p:nvSpPr>
        <p:spPr>
          <a:xfrm>
            <a:off x="7059347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56" name="Picture Placeholder 3">
            <a:extLst>
              <a:ext uri="{FF2B5EF4-FFF2-40B4-BE49-F238E27FC236}">
                <a16:creationId xmlns:a16="http://schemas.microsoft.com/office/drawing/2014/main" id="{7F7AF68B-8654-4E15-958F-FCB0CF09190B}"/>
              </a:ext>
            </a:extLst>
          </p:cNvPr>
          <p:cNvSpPr>
            <a:spLocks noGrp="1"/>
          </p:cNvSpPr>
          <p:nvPr>
            <p:ph type="pic" sz="quarter" idx="155"/>
          </p:nvPr>
        </p:nvSpPr>
        <p:spPr>
          <a:xfrm>
            <a:off x="7677149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57" name="Picture Placeholder 3">
            <a:extLst>
              <a:ext uri="{FF2B5EF4-FFF2-40B4-BE49-F238E27FC236}">
                <a16:creationId xmlns:a16="http://schemas.microsoft.com/office/drawing/2014/main" id="{A38EEF11-F9F5-4101-A820-5620C22FD88C}"/>
              </a:ext>
            </a:extLst>
          </p:cNvPr>
          <p:cNvSpPr>
            <a:spLocks noGrp="1"/>
          </p:cNvSpPr>
          <p:nvPr>
            <p:ph type="pic" sz="quarter" idx="156"/>
          </p:nvPr>
        </p:nvSpPr>
        <p:spPr>
          <a:xfrm>
            <a:off x="8294951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58" name="Picture Placeholder 3">
            <a:extLst>
              <a:ext uri="{FF2B5EF4-FFF2-40B4-BE49-F238E27FC236}">
                <a16:creationId xmlns:a16="http://schemas.microsoft.com/office/drawing/2014/main" id="{AD6D0E24-F5F0-4099-A04F-1221D594177A}"/>
              </a:ext>
            </a:extLst>
          </p:cNvPr>
          <p:cNvSpPr>
            <a:spLocks noGrp="1"/>
          </p:cNvSpPr>
          <p:nvPr>
            <p:ph type="pic" sz="quarter" idx="157"/>
          </p:nvPr>
        </p:nvSpPr>
        <p:spPr>
          <a:xfrm>
            <a:off x="8912753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59" name="Picture Placeholder 3">
            <a:extLst>
              <a:ext uri="{FF2B5EF4-FFF2-40B4-BE49-F238E27FC236}">
                <a16:creationId xmlns:a16="http://schemas.microsoft.com/office/drawing/2014/main" id="{75A17AAE-D26E-4424-ABC7-19F8409C7D6B}"/>
              </a:ext>
            </a:extLst>
          </p:cNvPr>
          <p:cNvSpPr>
            <a:spLocks noGrp="1"/>
          </p:cNvSpPr>
          <p:nvPr>
            <p:ph type="pic" sz="quarter" idx="158"/>
          </p:nvPr>
        </p:nvSpPr>
        <p:spPr>
          <a:xfrm>
            <a:off x="9530555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63" name="Title 1">
            <a:extLst>
              <a:ext uri="{FF2B5EF4-FFF2-40B4-BE49-F238E27FC236}">
                <a16:creationId xmlns:a16="http://schemas.microsoft.com/office/drawing/2014/main" id="{26D2860D-F1A7-4AB0-8335-949E89DF3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4949" cy="453444"/>
          </a:xfrm>
          <a:prstGeom prst="rect">
            <a:avLst/>
          </a:prstGeom>
        </p:spPr>
        <p:txBody>
          <a:bodyPr lIns="0" tIns="0" rIns="0" bIns="0"/>
          <a:lstStyle>
            <a:lvl1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FE2426D0-A109-2E4E-802B-82E0DB920266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Picture Placeholder 3">
            <a:extLst>
              <a:ext uri="{FF2B5EF4-FFF2-40B4-BE49-F238E27FC236}">
                <a16:creationId xmlns:a16="http://schemas.microsoft.com/office/drawing/2014/main" id="{139E1FDB-7A45-654F-A9D4-C8DDF84FD9C5}"/>
              </a:ext>
            </a:extLst>
          </p:cNvPr>
          <p:cNvSpPr>
            <a:spLocks noGrp="1"/>
          </p:cNvSpPr>
          <p:nvPr>
            <p:ph type="pic" sz="quarter" idx="159"/>
          </p:nvPr>
        </p:nvSpPr>
        <p:spPr>
          <a:xfrm>
            <a:off x="10144071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62" name="Picture Placeholder 3">
            <a:extLst>
              <a:ext uri="{FF2B5EF4-FFF2-40B4-BE49-F238E27FC236}">
                <a16:creationId xmlns:a16="http://schemas.microsoft.com/office/drawing/2014/main" id="{7B3C680E-821E-154C-9D4E-B799F54D596A}"/>
              </a:ext>
            </a:extLst>
          </p:cNvPr>
          <p:cNvSpPr>
            <a:spLocks noGrp="1"/>
          </p:cNvSpPr>
          <p:nvPr>
            <p:ph type="pic" sz="quarter" idx="160"/>
          </p:nvPr>
        </p:nvSpPr>
        <p:spPr>
          <a:xfrm>
            <a:off x="10761873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64" name="Picture Placeholder 3">
            <a:extLst>
              <a:ext uri="{FF2B5EF4-FFF2-40B4-BE49-F238E27FC236}">
                <a16:creationId xmlns:a16="http://schemas.microsoft.com/office/drawing/2014/main" id="{4C41A32D-6F5A-734B-BB38-488440DB6B96}"/>
              </a:ext>
            </a:extLst>
          </p:cNvPr>
          <p:cNvSpPr>
            <a:spLocks noGrp="1"/>
          </p:cNvSpPr>
          <p:nvPr>
            <p:ph type="pic" sz="quarter" idx="161"/>
          </p:nvPr>
        </p:nvSpPr>
        <p:spPr>
          <a:xfrm>
            <a:off x="11379675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2606789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L1 Logo Clo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EB5448E-2985-4A5A-BEF7-1CE29045550E}"/>
              </a:ext>
            </a:extLst>
          </p:cNvPr>
          <p:cNvSpPr/>
          <p:nvPr/>
        </p:nvSpPr>
        <p:spPr>
          <a:xfrm>
            <a:off x="3345603" y="3082973"/>
            <a:ext cx="5500795" cy="692054"/>
          </a:xfrm>
          <a:custGeom>
            <a:avLst/>
            <a:gdLst>
              <a:gd name="connsiteX0" fmla="*/ 169544 w 1371600"/>
              <a:gd name="connsiteY0" fmla="*/ 129699 h 172561"/>
              <a:gd name="connsiteX1" fmla="*/ 286702 w 1371600"/>
              <a:gd name="connsiteY1" fmla="*/ 129699 h 172561"/>
              <a:gd name="connsiteX2" fmla="*/ 280987 w 1371600"/>
              <a:gd name="connsiteY2" fmla="*/ 168752 h 172561"/>
              <a:gd name="connsiteX3" fmla="*/ 162877 w 1371600"/>
              <a:gd name="connsiteY3" fmla="*/ 168752 h 172561"/>
              <a:gd name="connsiteX4" fmla="*/ 1343977 w 1371600"/>
              <a:gd name="connsiteY4" fmla="*/ 124936 h 172561"/>
              <a:gd name="connsiteX5" fmla="*/ 1331595 w 1371600"/>
              <a:gd name="connsiteY5" fmla="*/ 144938 h 172561"/>
              <a:gd name="connsiteX6" fmla="*/ 1343025 w 1371600"/>
              <a:gd name="connsiteY6" fmla="*/ 163989 h 172561"/>
              <a:gd name="connsiteX7" fmla="*/ 1355407 w 1371600"/>
              <a:gd name="connsiteY7" fmla="*/ 151606 h 172561"/>
              <a:gd name="connsiteX8" fmla="*/ 1355407 w 1371600"/>
              <a:gd name="connsiteY8" fmla="*/ 136366 h 172561"/>
              <a:gd name="connsiteX9" fmla="*/ 1343977 w 1371600"/>
              <a:gd name="connsiteY9" fmla="*/ 124936 h 172561"/>
              <a:gd name="connsiteX10" fmla="*/ 884872 w 1371600"/>
              <a:gd name="connsiteY10" fmla="*/ 124936 h 172561"/>
              <a:gd name="connsiteX11" fmla="*/ 872489 w 1371600"/>
              <a:gd name="connsiteY11" fmla="*/ 138271 h 172561"/>
              <a:gd name="connsiteX12" fmla="*/ 872489 w 1371600"/>
              <a:gd name="connsiteY12" fmla="*/ 152558 h 172561"/>
              <a:gd name="connsiteX13" fmla="*/ 883920 w 1371600"/>
              <a:gd name="connsiteY13" fmla="*/ 164941 h 172561"/>
              <a:gd name="connsiteX14" fmla="*/ 895349 w 1371600"/>
              <a:gd name="connsiteY14" fmla="*/ 143986 h 172561"/>
              <a:gd name="connsiteX15" fmla="*/ 884872 w 1371600"/>
              <a:gd name="connsiteY15" fmla="*/ 124936 h 172561"/>
              <a:gd name="connsiteX16" fmla="*/ 1227772 w 1371600"/>
              <a:gd name="connsiteY16" fmla="*/ 123984 h 172561"/>
              <a:gd name="connsiteX17" fmla="*/ 1216342 w 1371600"/>
              <a:gd name="connsiteY17" fmla="*/ 143986 h 172561"/>
              <a:gd name="connsiteX18" fmla="*/ 1227772 w 1371600"/>
              <a:gd name="connsiteY18" fmla="*/ 164941 h 172561"/>
              <a:gd name="connsiteX19" fmla="*/ 1239202 w 1371600"/>
              <a:gd name="connsiteY19" fmla="*/ 144938 h 172561"/>
              <a:gd name="connsiteX20" fmla="*/ 1227772 w 1371600"/>
              <a:gd name="connsiteY20" fmla="*/ 123984 h 172561"/>
              <a:gd name="connsiteX21" fmla="*/ 1048702 w 1371600"/>
              <a:gd name="connsiteY21" fmla="*/ 123984 h 172561"/>
              <a:gd name="connsiteX22" fmla="*/ 1037272 w 1371600"/>
              <a:gd name="connsiteY22" fmla="*/ 139224 h 172561"/>
              <a:gd name="connsiteX23" fmla="*/ 1058227 w 1371600"/>
              <a:gd name="connsiteY23" fmla="*/ 139224 h 172561"/>
              <a:gd name="connsiteX24" fmla="*/ 1058227 w 1371600"/>
              <a:gd name="connsiteY24" fmla="*/ 137318 h 172561"/>
              <a:gd name="connsiteX25" fmla="*/ 1048702 w 1371600"/>
              <a:gd name="connsiteY25" fmla="*/ 123984 h 172561"/>
              <a:gd name="connsiteX26" fmla="*/ 933450 w 1371600"/>
              <a:gd name="connsiteY26" fmla="*/ 123984 h 172561"/>
              <a:gd name="connsiteX27" fmla="*/ 922020 w 1371600"/>
              <a:gd name="connsiteY27" fmla="*/ 139224 h 172561"/>
              <a:gd name="connsiteX28" fmla="*/ 942975 w 1371600"/>
              <a:gd name="connsiteY28" fmla="*/ 139224 h 172561"/>
              <a:gd name="connsiteX29" fmla="*/ 942975 w 1371600"/>
              <a:gd name="connsiteY29" fmla="*/ 137318 h 172561"/>
              <a:gd name="connsiteX30" fmla="*/ 933450 w 1371600"/>
              <a:gd name="connsiteY30" fmla="*/ 123984 h 172561"/>
              <a:gd name="connsiteX31" fmla="*/ 1131570 w 1371600"/>
              <a:gd name="connsiteY31" fmla="*/ 120174 h 172561"/>
              <a:gd name="connsiteX32" fmla="*/ 1151572 w 1371600"/>
              <a:gd name="connsiteY32" fmla="*/ 120174 h 172561"/>
              <a:gd name="connsiteX33" fmla="*/ 1151572 w 1371600"/>
              <a:gd name="connsiteY33" fmla="*/ 123984 h 172561"/>
              <a:gd name="connsiteX34" fmla="*/ 1145858 w 1371600"/>
              <a:gd name="connsiteY34" fmla="*/ 123984 h 172561"/>
              <a:gd name="connsiteX35" fmla="*/ 1156335 w 1371600"/>
              <a:gd name="connsiteY35" fmla="*/ 159227 h 172561"/>
              <a:gd name="connsiteX36" fmla="*/ 1165860 w 1371600"/>
              <a:gd name="connsiteY36" fmla="*/ 132556 h 172561"/>
              <a:gd name="connsiteX37" fmla="*/ 1163002 w 1371600"/>
              <a:gd name="connsiteY37" fmla="*/ 123984 h 172561"/>
              <a:gd name="connsiteX38" fmla="*/ 1159192 w 1371600"/>
              <a:gd name="connsiteY38" fmla="*/ 123984 h 172561"/>
              <a:gd name="connsiteX39" fmla="*/ 1159192 w 1371600"/>
              <a:gd name="connsiteY39" fmla="*/ 120174 h 172561"/>
              <a:gd name="connsiteX40" fmla="*/ 1177290 w 1371600"/>
              <a:gd name="connsiteY40" fmla="*/ 120174 h 172561"/>
              <a:gd name="connsiteX41" fmla="*/ 1177290 w 1371600"/>
              <a:gd name="connsiteY41" fmla="*/ 123984 h 172561"/>
              <a:gd name="connsiteX42" fmla="*/ 1172527 w 1371600"/>
              <a:gd name="connsiteY42" fmla="*/ 123984 h 172561"/>
              <a:gd name="connsiteX43" fmla="*/ 1183958 w 1371600"/>
              <a:gd name="connsiteY43" fmla="*/ 159227 h 172561"/>
              <a:gd name="connsiteX44" fmla="*/ 1193483 w 1371600"/>
              <a:gd name="connsiteY44" fmla="*/ 123984 h 172561"/>
              <a:gd name="connsiteX45" fmla="*/ 1186815 w 1371600"/>
              <a:gd name="connsiteY45" fmla="*/ 123984 h 172561"/>
              <a:gd name="connsiteX46" fmla="*/ 1186815 w 1371600"/>
              <a:gd name="connsiteY46" fmla="*/ 120174 h 172561"/>
              <a:gd name="connsiteX47" fmla="*/ 1203960 w 1371600"/>
              <a:gd name="connsiteY47" fmla="*/ 120174 h 172561"/>
              <a:gd name="connsiteX48" fmla="*/ 1203960 w 1371600"/>
              <a:gd name="connsiteY48" fmla="*/ 123984 h 172561"/>
              <a:gd name="connsiteX49" fmla="*/ 1199197 w 1371600"/>
              <a:gd name="connsiteY49" fmla="*/ 123984 h 172561"/>
              <a:gd name="connsiteX50" fmla="*/ 1185862 w 1371600"/>
              <a:gd name="connsiteY50" fmla="*/ 168752 h 172561"/>
              <a:gd name="connsiteX51" fmla="*/ 1179195 w 1371600"/>
              <a:gd name="connsiteY51" fmla="*/ 168752 h 172561"/>
              <a:gd name="connsiteX52" fmla="*/ 1168717 w 1371600"/>
              <a:gd name="connsiteY52" fmla="*/ 140176 h 172561"/>
              <a:gd name="connsiteX53" fmla="*/ 1167765 w 1371600"/>
              <a:gd name="connsiteY53" fmla="*/ 140176 h 172561"/>
              <a:gd name="connsiteX54" fmla="*/ 1157287 w 1371600"/>
              <a:gd name="connsiteY54" fmla="*/ 168752 h 172561"/>
              <a:gd name="connsiteX55" fmla="*/ 1150620 w 1371600"/>
              <a:gd name="connsiteY55" fmla="*/ 168752 h 172561"/>
              <a:gd name="connsiteX56" fmla="*/ 1135380 w 1371600"/>
              <a:gd name="connsiteY56" fmla="*/ 123984 h 172561"/>
              <a:gd name="connsiteX57" fmla="*/ 1131570 w 1371600"/>
              <a:gd name="connsiteY57" fmla="*/ 123984 h 172561"/>
              <a:gd name="connsiteX58" fmla="*/ 1283017 w 1371600"/>
              <a:gd name="connsiteY58" fmla="*/ 119221 h 172561"/>
              <a:gd name="connsiteX59" fmla="*/ 1292542 w 1371600"/>
              <a:gd name="connsiteY59" fmla="*/ 127793 h 172561"/>
              <a:gd name="connsiteX60" fmla="*/ 1285875 w 1371600"/>
              <a:gd name="connsiteY60" fmla="*/ 135413 h 172561"/>
              <a:gd name="connsiteX61" fmla="*/ 1280159 w 1371600"/>
              <a:gd name="connsiteY61" fmla="*/ 128746 h 172561"/>
              <a:gd name="connsiteX62" fmla="*/ 1283017 w 1371600"/>
              <a:gd name="connsiteY62" fmla="*/ 127793 h 172561"/>
              <a:gd name="connsiteX63" fmla="*/ 1283017 w 1371600"/>
              <a:gd name="connsiteY63" fmla="*/ 126841 h 172561"/>
              <a:gd name="connsiteX64" fmla="*/ 1280159 w 1371600"/>
              <a:gd name="connsiteY64" fmla="*/ 124936 h 172561"/>
              <a:gd name="connsiteX65" fmla="*/ 1269682 w 1371600"/>
              <a:gd name="connsiteY65" fmla="*/ 137318 h 172561"/>
              <a:gd name="connsiteX66" fmla="*/ 1269682 w 1371600"/>
              <a:gd name="connsiteY66" fmla="*/ 163989 h 172561"/>
              <a:gd name="connsiteX67" fmla="*/ 1280159 w 1371600"/>
              <a:gd name="connsiteY67" fmla="*/ 164941 h 172561"/>
              <a:gd name="connsiteX68" fmla="*/ 1280159 w 1371600"/>
              <a:gd name="connsiteY68" fmla="*/ 168751 h 172561"/>
              <a:gd name="connsiteX69" fmla="*/ 1254442 w 1371600"/>
              <a:gd name="connsiteY69" fmla="*/ 168751 h 172561"/>
              <a:gd name="connsiteX70" fmla="*/ 1254442 w 1371600"/>
              <a:gd name="connsiteY70" fmla="*/ 164941 h 172561"/>
              <a:gd name="connsiteX71" fmla="*/ 1260157 w 1371600"/>
              <a:gd name="connsiteY71" fmla="*/ 163989 h 172561"/>
              <a:gd name="connsiteX72" fmla="*/ 1260157 w 1371600"/>
              <a:gd name="connsiteY72" fmla="*/ 124936 h 172561"/>
              <a:gd name="connsiteX73" fmla="*/ 1254442 w 1371600"/>
              <a:gd name="connsiteY73" fmla="*/ 123984 h 172561"/>
              <a:gd name="connsiteX74" fmla="*/ 1254442 w 1371600"/>
              <a:gd name="connsiteY74" fmla="*/ 120174 h 172561"/>
              <a:gd name="connsiteX75" fmla="*/ 1268730 w 1371600"/>
              <a:gd name="connsiteY75" fmla="*/ 120174 h 172561"/>
              <a:gd name="connsiteX76" fmla="*/ 1269682 w 1371600"/>
              <a:gd name="connsiteY76" fmla="*/ 127793 h 172561"/>
              <a:gd name="connsiteX77" fmla="*/ 1283017 w 1371600"/>
              <a:gd name="connsiteY77" fmla="*/ 119221 h 172561"/>
              <a:gd name="connsiteX78" fmla="*/ 1228725 w 1371600"/>
              <a:gd name="connsiteY78" fmla="*/ 119221 h 172561"/>
              <a:gd name="connsiteX79" fmla="*/ 1250632 w 1371600"/>
              <a:gd name="connsiteY79" fmla="*/ 143986 h 172561"/>
              <a:gd name="connsiteX80" fmla="*/ 1228725 w 1371600"/>
              <a:gd name="connsiteY80" fmla="*/ 169703 h 172561"/>
              <a:gd name="connsiteX81" fmla="*/ 1206817 w 1371600"/>
              <a:gd name="connsiteY81" fmla="*/ 144938 h 172561"/>
              <a:gd name="connsiteX82" fmla="*/ 1228725 w 1371600"/>
              <a:gd name="connsiteY82" fmla="*/ 119221 h 172561"/>
              <a:gd name="connsiteX83" fmla="*/ 1101089 w 1371600"/>
              <a:gd name="connsiteY83" fmla="*/ 119221 h 172561"/>
              <a:gd name="connsiteX84" fmla="*/ 1109662 w 1371600"/>
              <a:gd name="connsiteY84" fmla="*/ 127793 h 172561"/>
              <a:gd name="connsiteX85" fmla="*/ 1102994 w 1371600"/>
              <a:gd name="connsiteY85" fmla="*/ 135413 h 172561"/>
              <a:gd name="connsiteX86" fmla="*/ 1097279 w 1371600"/>
              <a:gd name="connsiteY86" fmla="*/ 128746 h 172561"/>
              <a:gd name="connsiteX87" fmla="*/ 1100137 w 1371600"/>
              <a:gd name="connsiteY87" fmla="*/ 127793 h 172561"/>
              <a:gd name="connsiteX88" fmla="*/ 1100137 w 1371600"/>
              <a:gd name="connsiteY88" fmla="*/ 126841 h 172561"/>
              <a:gd name="connsiteX89" fmla="*/ 1097279 w 1371600"/>
              <a:gd name="connsiteY89" fmla="*/ 124936 h 172561"/>
              <a:gd name="connsiteX90" fmla="*/ 1087754 w 1371600"/>
              <a:gd name="connsiteY90" fmla="*/ 137318 h 172561"/>
              <a:gd name="connsiteX91" fmla="*/ 1087754 w 1371600"/>
              <a:gd name="connsiteY91" fmla="*/ 163989 h 172561"/>
              <a:gd name="connsiteX92" fmla="*/ 1098232 w 1371600"/>
              <a:gd name="connsiteY92" fmla="*/ 164941 h 172561"/>
              <a:gd name="connsiteX93" fmla="*/ 1098232 w 1371600"/>
              <a:gd name="connsiteY93" fmla="*/ 168751 h 172561"/>
              <a:gd name="connsiteX94" fmla="*/ 1072514 w 1371600"/>
              <a:gd name="connsiteY94" fmla="*/ 168751 h 172561"/>
              <a:gd name="connsiteX95" fmla="*/ 1072514 w 1371600"/>
              <a:gd name="connsiteY95" fmla="*/ 164941 h 172561"/>
              <a:gd name="connsiteX96" fmla="*/ 1078229 w 1371600"/>
              <a:gd name="connsiteY96" fmla="*/ 163989 h 172561"/>
              <a:gd name="connsiteX97" fmla="*/ 1078229 w 1371600"/>
              <a:gd name="connsiteY97" fmla="*/ 124936 h 172561"/>
              <a:gd name="connsiteX98" fmla="*/ 1072514 w 1371600"/>
              <a:gd name="connsiteY98" fmla="*/ 123984 h 172561"/>
              <a:gd name="connsiteX99" fmla="*/ 1072514 w 1371600"/>
              <a:gd name="connsiteY99" fmla="*/ 120174 h 172561"/>
              <a:gd name="connsiteX100" fmla="*/ 1086802 w 1371600"/>
              <a:gd name="connsiteY100" fmla="*/ 120174 h 172561"/>
              <a:gd name="connsiteX101" fmla="*/ 1087754 w 1371600"/>
              <a:gd name="connsiteY101" fmla="*/ 127793 h 172561"/>
              <a:gd name="connsiteX102" fmla="*/ 1101089 w 1371600"/>
              <a:gd name="connsiteY102" fmla="*/ 119221 h 172561"/>
              <a:gd name="connsiteX103" fmla="*/ 1048702 w 1371600"/>
              <a:gd name="connsiteY103" fmla="*/ 119221 h 172561"/>
              <a:gd name="connsiteX104" fmla="*/ 1065847 w 1371600"/>
              <a:gd name="connsiteY104" fmla="*/ 141129 h 172561"/>
              <a:gd name="connsiteX105" fmla="*/ 1065847 w 1371600"/>
              <a:gd name="connsiteY105" fmla="*/ 144938 h 172561"/>
              <a:gd name="connsiteX106" fmla="*/ 1036320 w 1371600"/>
              <a:gd name="connsiteY106" fmla="*/ 144938 h 172561"/>
              <a:gd name="connsiteX107" fmla="*/ 1049655 w 1371600"/>
              <a:gd name="connsiteY107" fmla="*/ 163989 h 172561"/>
              <a:gd name="connsiteX108" fmla="*/ 1062037 w 1371600"/>
              <a:gd name="connsiteY108" fmla="*/ 155416 h 172561"/>
              <a:gd name="connsiteX109" fmla="*/ 1065847 w 1371600"/>
              <a:gd name="connsiteY109" fmla="*/ 157321 h 172561"/>
              <a:gd name="connsiteX110" fmla="*/ 1047750 w 1371600"/>
              <a:gd name="connsiteY110" fmla="*/ 169703 h 172561"/>
              <a:gd name="connsiteX111" fmla="*/ 1026795 w 1371600"/>
              <a:gd name="connsiteY111" fmla="*/ 144938 h 172561"/>
              <a:gd name="connsiteX112" fmla="*/ 1048702 w 1371600"/>
              <a:gd name="connsiteY112" fmla="*/ 119221 h 172561"/>
              <a:gd name="connsiteX113" fmla="*/ 934402 w 1371600"/>
              <a:gd name="connsiteY113" fmla="*/ 119221 h 172561"/>
              <a:gd name="connsiteX114" fmla="*/ 951547 w 1371600"/>
              <a:gd name="connsiteY114" fmla="*/ 141129 h 172561"/>
              <a:gd name="connsiteX115" fmla="*/ 951547 w 1371600"/>
              <a:gd name="connsiteY115" fmla="*/ 144938 h 172561"/>
              <a:gd name="connsiteX116" fmla="*/ 922020 w 1371600"/>
              <a:gd name="connsiteY116" fmla="*/ 144938 h 172561"/>
              <a:gd name="connsiteX117" fmla="*/ 935355 w 1371600"/>
              <a:gd name="connsiteY117" fmla="*/ 163989 h 172561"/>
              <a:gd name="connsiteX118" fmla="*/ 947737 w 1371600"/>
              <a:gd name="connsiteY118" fmla="*/ 155416 h 172561"/>
              <a:gd name="connsiteX119" fmla="*/ 951547 w 1371600"/>
              <a:gd name="connsiteY119" fmla="*/ 157321 h 172561"/>
              <a:gd name="connsiteX120" fmla="*/ 933450 w 1371600"/>
              <a:gd name="connsiteY120" fmla="*/ 169703 h 172561"/>
              <a:gd name="connsiteX121" fmla="*/ 912495 w 1371600"/>
              <a:gd name="connsiteY121" fmla="*/ 144938 h 172561"/>
              <a:gd name="connsiteX122" fmla="*/ 934402 w 1371600"/>
              <a:gd name="connsiteY122" fmla="*/ 119221 h 172561"/>
              <a:gd name="connsiteX123" fmla="*/ 971549 w 1371600"/>
              <a:gd name="connsiteY123" fmla="*/ 105886 h 172561"/>
              <a:gd name="connsiteX124" fmla="*/ 974407 w 1371600"/>
              <a:gd name="connsiteY124" fmla="*/ 105886 h 172561"/>
              <a:gd name="connsiteX125" fmla="*/ 974407 w 1371600"/>
              <a:gd name="connsiteY125" fmla="*/ 120174 h 172561"/>
              <a:gd name="connsiteX126" fmla="*/ 997266 w 1371600"/>
              <a:gd name="connsiteY126" fmla="*/ 120174 h 172561"/>
              <a:gd name="connsiteX127" fmla="*/ 997266 w 1371600"/>
              <a:gd name="connsiteY127" fmla="*/ 107791 h 172561"/>
              <a:gd name="connsiteX128" fmla="*/ 1003934 w 1371600"/>
              <a:gd name="connsiteY128" fmla="*/ 105886 h 172561"/>
              <a:gd name="connsiteX129" fmla="*/ 1005839 w 1371600"/>
              <a:gd name="connsiteY129" fmla="*/ 105886 h 172561"/>
              <a:gd name="connsiteX130" fmla="*/ 1005839 w 1371600"/>
              <a:gd name="connsiteY130" fmla="*/ 120174 h 172561"/>
              <a:gd name="connsiteX131" fmla="*/ 1016316 w 1371600"/>
              <a:gd name="connsiteY131" fmla="*/ 120174 h 172561"/>
              <a:gd name="connsiteX132" fmla="*/ 1016316 w 1371600"/>
              <a:gd name="connsiteY132" fmla="*/ 124936 h 172561"/>
              <a:gd name="connsiteX133" fmla="*/ 1005839 w 1371600"/>
              <a:gd name="connsiteY133" fmla="*/ 124936 h 172561"/>
              <a:gd name="connsiteX134" fmla="*/ 1005839 w 1371600"/>
              <a:gd name="connsiteY134" fmla="*/ 156368 h 172561"/>
              <a:gd name="connsiteX135" fmla="*/ 1010602 w 1371600"/>
              <a:gd name="connsiteY135" fmla="*/ 163989 h 172561"/>
              <a:gd name="connsiteX136" fmla="*/ 1017269 w 1371600"/>
              <a:gd name="connsiteY136" fmla="*/ 156368 h 172561"/>
              <a:gd name="connsiteX137" fmla="*/ 1021079 w 1371600"/>
              <a:gd name="connsiteY137" fmla="*/ 157321 h 172561"/>
              <a:gd name="connsiteX138" fmla="*/ 1007744 w 1371600"/>
              <a:gd name="connsiteY138" fmla="*/ 169703 h 172561"/>
              <a:gd name="connsiteX139" fmla="*/ 996314 w 1371600"/>
              <a:gd name="connsiteY139" fmla="*/ 158274 h 172561"/>
              <a:gd name="connsiteX140" fmla="*/ 996314 w 1371600"/>
              <a:gd name="connsiteY140" fmla="*/ 124936 h 172561"/>
              <a:gd name="connsiteX141" fmla="*/ 973454 w 1371600"/>
              <a:gd name="connsiteY141" fmla="*/ 124936 h 172561"/>
              <a:gd name="connsiteX142" fmla="*/ 973454 w 1371600"/>
              <a:gd name="connsiteY142" fmla="*/ 156368 h 172561"/>
              <a:gd name="connsiteX143" fmla="*/ 978216 w 1371600"/>
              <a:gd name="connsiteY143" fmla="*/ 163989 h 172561"/>
              <a:gd name="connsiteX144" fmla="*/ 985837 w 1371600"/>
              <a:gd name="connsiteY144" fmla="*/ 156368 h 172561"/>
              <a:gd name="connsiteX145" fmla="*/ 989647 w 1371600"/>
              <a:gd name="connsiteY145" fmla="*/ 157321 h 172561"/>
              <a:gd name="connsiteX146" fmla="*/ 976312 w 1371600"/>
              <a:gd name="connsiteY146" fmla="*/ 169703 h 172561"/>
              <a:gd name="connsiteX147" fmla="*/ 964882 w 1371600"/>
              <a:gd name="connsiteY147" fmla="*/ 158274 h 172561"/>
              <a:gd name="connsiteX148" fmla="*/ 964882 w 1371600"/>
              <a:gd name="connsiteY148" fmla="*/ 124936 h 172561"/>
              <a:gd name="connsiteX149" fmla="*/ 958214 w 1371600"/>
              <a:gd name="connsiteY149" fmla="*/ 124936 h 172561"/>
              <a:gd name="connsiteX150" fmla="*/ 958214 w 1371600"/>
              <a:gd name="connsiteY150" fmla="*/ 120174 h 172561"/>
              <a:gd name="connsiteX151" fmla="*/ 964882 w 1371600"/>
              <a:gd name="connsiteY151" fmla="*/ 120174 h 172561"/>
              <a:gd name="connsiteX152" fmla="*/ 964882 w 1371600"/>
              <a:gd name="connsiteY152" fmla="*/ 107791 h 172561"/>
              <a:gd name="connsiteX153" fmla="*/ 1348740 w 1371600"/>
              <a:gd name="connsiteY153" fmla="*/ 96361 h 172561"/>
              <a:gd name="connsiteX154" fmla="*/ 1364932 w 1371600"/>
              <a:gd name="connsiteY154" fmla="*/ 96361 h 172561"/>
              <a:gd name="connsiteX155" fmla="*/ 1364932 w 1371600"/>
              <a:gd name="connsiteY155" fmla="*/ 163989 h 172561"/>
              <a:gd name="connsiteX156" fmla="*/ 1371600 w 1371600"/>
              <a:gd name="connsiteY156" fmla="*/ 163989 h 172561"/>
              <a:gd name="connsiteX157" fmla="*/ 1371600 w 1371600"/>
              <a:gd name="connsiteY157" fmla="*/ 167799 h 172561"/>
              <a:gd name="connsiteX158" fmla="*/ 1357312 w 1371600"/>
              <a:gd name="connsiteY158" fmla="*/ 167799 h 172561"/>
              <a:gd name="connsiteX159" fmla="*/ 1356360 w 1371600"/>
              <a:gd name="connsiteY159" fmla="*/ 160178 h 172561"/>
              <a:gd name="connsiteX160" fmla="*/ 1341120 w 1371600"/>
              <a:gd name="connsiteY160" fmla="*/ 168751 h 172561"/>
              <a:gd name="connsiteX161" fmla="*/ 1323022 w 1371600"/>
              <a:gd name="connsiteY161" fmla="*/ 143986 h 172561"/>
              <a:gd name="connsiteX162" fmla="*/ 1343025 w 1371600"/>
              <a:gd name="connsiteY162" fmla="*/ 118268 h 172561"/>
              <a:gd name="connsiteX163" fmla="*/ 1356360 w 1371600"/>
              <a:gd name="connsiteY163" fmla="*/ 123983 h 172561"/>
              <a:gd name="connsiteX164" fmla="*/ 1356360 w 1371600"/>
              <a:gd name="connsiteY164" fmla="*/ 101124 h 172561"/>
              <a:gd name="connsiteX165" fmla="*/ 1348740 w 1371600"/>
              <a:gd name="connsiteY165" fmla="*/ 100171 h 172561"/>
              <a:gd name="connsiteX166" fmla="*/ 1295400 w 1371600"/>
              <a:gd name="connsiteY166" fmla="*/ 96361 h 172561"/>
              <a:gd name="connsiteX167" fmla="*/ 1311592 w 1371600"/>
              <a:gd name="connsiteY167" fmla="*/ 96361 h 172561"/>
              <a:gd name="connsiteX168" fmla="*/ 1311592 w 1371600"/>
              <a:gd name="connsiteY168" fmla="*/ 163989 h 172561"/>
              <a:gd name="connsiteX169" fmla="*/ 1318260 w 1371600"/>
              <a:gd name="connsiteY169" fmla="*/ 164941 h 172561"/>
              <a:gd name="connsiteX170" fmla="*/ 1318260 w 1371600"/>
              <a:gd name="connsiteY170" fmla="*/ 168751 h 172561"/>
              <a:gd name="connsiteX171" fmla="*/ 1295400 w 1371600"/>
              <a:gd name="connsiteY171" fmla="*/ 168751 h 172561"/>
              <a:gd name="connsiteX172" fmla="*/ 1295400 w 1371600"/>
              <a:gd name="connsiteY172" fmla="*/ 164941 h 172561"/>
              <a:gd name="connsiteX173" fmla="*/ 1302067 w 1371600"/>
              <a:gd name="connsiteY173" fmla="*/ 163989 h 172561"/>
              <a:gd name="connsiteX174" fmla="*/ 1302067 w 1371600"/>
              <a:gd name="connsiteY174" fmla="*/ 101124 h 172561"/>
              <a:gd name="connsiteX175" fmla="*/ 1295400 w 1371600"/>
              <a:gd name="connsiteY175" fmla="*/ 100171 h 172561"/>
              <a:gd name="connsiteX176" fmla="*/ 856297 w 1371600"/>
              <a:gd name="connsiteY176" fmla="*/ 96361 h 172561"/>
              <a:gd name="connsiteX177" fmla="*/ 871537 w 1371600"/>
              <a:gd name="connsiteY177" fmla="*/ 96361 h 172561"/>
              <a:gd name="connsiteX178" fmla="*/ 871537 w 1371600"/>
              <a:gd name="connsiteY178" fmla="*/ 126841 h 172561"/>
              <a:gd name="connsiteX179" fmla="*/ 886777 w 1371600"/>
              <a:gd name="connsiteY179" fmla="*/ 119221 h 172561"/>
              <a:gd name="connsiteX180" fmla="*/ 903922 w 1371600"/>
              <a:gd name="connsiteY180" fmla="*/ 143986 h 172561"/>
              <a:gd name="connsiteX181" fmla="*/ 882967 w 1371600"/>
              <a:gd name="connsiteY181" fmla="*/ 169703 h 172561"/>
              <a:gd name="connsiteX182" fmla="*/ 868679 w 1371600"/>
              <a:gd name="connsiteY182" fmla="*/ 163989 h 172561"/>
              <a:gd name="connsiteX183" fmla="*/ 864870 w 1371600"/>
              <a:gd name="connsiteY183" fmla="*/ 169703 h 172561"/>
              <a:gd name="connsiteX184" fmla="*/ 862012 w 1371600"/>
              <a:gd name="connsiteY184" fmla="*/ 169703 h 172561"/>
              <a:gd name="connsiteX185" fmla="*/ 862012 w 1371600"/>
              <a:gd name="connsiteY185" fmla="*/ 101124 h 172561"/>
              <a:gd name="connsiteX186" fmla="*/ 856297 w 1371600"/>
              <a:gd name="connsiteY186" fmla="*/ 100171 h 172561"/>
              <a:gd name="connsiteX187" fmla="*/ 1256347 w 1371600"/>
              <a:gd name="connsiteY187" fmla="*/ 72549 h 172561"/>
              <a:gd name="connsiteX188" fmla="*/ 1254442 w 1371600"/>
              <a:gd name="connsiteY188" fmla="*/ 79217 h 172561"/>
              <a:gd name="connsiteX189" fmla="*/ 1268730 w 1371600"/>
              <a:gd name="connsiteY189" fmla="*/ 86837 h 172561"/>
              <a:gd name="connsiteX190" fmla="*/ 1283017 w 1371600"/>
              <a:gd name="connsiteY190" fmla="*/ 78264 h 172561"/>
              <a:gd name="connsiteX191" fmla="*/ 1269683 w 1371600"/>
              <a:gd name="connsiteY191" fmla="*/ 72549 h 172561"/>
              <a:gd name="connsiteX192" fmla="*/ 179070 w 1371600"/>
              <a:gd name="connsiteY192" fmla="*/ 66834 h 172561"/>
              <a:gd name="connsiteX193" fmla="*/ 282893 w 1371600"/>
              <a:gd name="connsiteY193" fmla="*/ 66834 h 172561"/>
              <a:gd name="connsiteX194" fmla="*/ 277178 w 1371600"/>
              <a:gd name="connsiteY194" fmla="*/ 104934 h 172561"/>
              <a:gd name="connsiteX195" fmla="*/ 173355 w 1371600"/>
              <a:gd name="connsiteY195" fmla="*/ 104934 h 172561"/>
              <a:gd name="connsiteX196" fmla="*/ 1336357 w 1371600"/>
              <a:gd name="connsiteY196" fmla="*/ 49688 h 172561"/>
              <a:gd name="connsiteX197" fmla="*/ 1324927 w 1371600"/>
              <a:gd name="connsiteY197" fmla="*/ 59214 h 172561"/>
              <a:gd name="connsiteX198" fmla="*/ 1331594 w 1371600"/>
              <a:gd name="connsiteY198" fmla="*/ 66834 h 172561"/>
              <a:gd name="connsiteX199" fmla="*/ 1341119 w 1371600"/>
              <a:gd name="connsiteY199" fmla="*/ 57309 h 172561"/>
              <a:gd name="connsiteX200" fmla="*/ 1341119 w 1371600"/>
              <a:gd name="connsiteY200" fmla="*/ 49688 h 172561"/>
              <a:gd name="connsiteX201" fmla="*/ 96203 w 1371600"/>
              <a:gd name="connsiteY201" fmla="*/ 43021 h 172561"/>
              <a:gd name="connsiteX202" fmla="*/ 71438 w 1371600"/>
              <a:gd name="connsiteY202" fmla="*/ 100171 h 172561"/>
              <a:gd name="connsiteX203" fmla="*/ 108585 w 1371600"/>
              <a:gd name="connsiteY203" fmla="*/ 100171 h 172561"/>
              <a:gd name="connsiteX204" fmla="*/ 519112 w 1371600"/>
              <a:gd name="connsiteY204" fmla="*/ 37306 h 172561"/>
              <a:gd name="connsiteX205" fmla="*/ 467677 w 1371600"/>
              <a:gd name="connsiteY205" fmla="*/ 80168 h 172561"/>
              <a:gd name="connsiteX206" fmla="*/ 493395 w 1371600"/>
              <a:gd name="connsiteY206" fmla="*/ 134461 h 172561"/>
              <a:gd name="connsiteX207" fmla="*/ 544830 w 1371600"/>
              <a:gd name="connsiteY207" fmla="*/ 91598 h 172561"/>
              <a:gd name="connsiteX208" fmla="*/ 519112 w 1371600"/>
              <a:gd name="connsiteY208" fmla="*/ 37306 h 172561"/>
              <a:gd name="connsiteX209" fmla="*/ 1093469 w 1371600"/>
              <a:gd name="connsiteY209" fmla="*/ 26829 h 172561"/>
              <a:gd name="connsiteX210" fmla="*/ 1082039 w 1371600"/>
              <a:gd name="connsiteY210" fmla="*/ 42069 h 172561"/>
              <a:gd name="connsiteX211" fmla="*/ 1102994 w 1371600"/>
              <a:gd name="connsiteY211" fmla="*/ 42069 h 172561"/>
              <a:gd name="connsiteX212" fmla="*/ 1102994 w 1371600"/>
              <a:gd name="connsiteY212" fmla="*/ 40163 h 172561"/>
              <a:gd name="connsiteX213" fmla="*/ 1093469 w 1371600"/>
              <a:gd name="connsiteY213" fmla="*/ 26829 h 172561"/>
              <a:gd name="connsiteX214" fmla="*/ 945833 w 1371600"/>
              <a:gd name="connsiteY214" fmla="*/ 26828 h 172561"/>
              <a:gd name="connsiteX215" fmla="*/ 934402 w 1371600"/>
              <a:gd name="connsiteY215" fmla="*/ 42068 h 172561"/>
              <a:gd name="connsiteX216" fmla="*/ 955358 w 1371600"/>
              <a:gd name="connsiteY216" fmla="*/ 42068 h 172561"/>
              <a:gd name="connsiteX217" fmla="*/ 955358 w 1371600"/>
              <a:gd name="connsiteY217" fmla="*/ 40163 h 172561"/>
              <a:gd name="connsiteX218" fmla="*/ 945833 w 1371600"/>
              <a:gd name="connsiteY218" fmla="*/ 26828 h 172561"/>
              <a:gd name="connsiteX219" fmla="*/ 1267778 w 1371600"/>
              <a:gd name="connsiteY219" fmla="*/ 25877 h 172561"/>
              <a:gd name="connsiteX220" fmla="*/ 1258253 w 1371600"/>
              <a:gd name="connsiteY220" fmla="*/ 38259 h 172561"/>
              <a:gd name="connsiteX221" fmla="*/ 1267778 w 1371600"/>
              <a:gd name="connsiteY221" fmla="*/ 51594 h 172561"/>
              <a:gd name="connsiteX222" fmla="*/ 1276350 w 1371600"/>
              <a:gd name="connsiteY222" fmla="*/ 38259 h 172561"/>
              <a:gd name="connsiteX223" fmla="*/ 1267778 w 1371600"/>
              <a:gd name="connsiteY223" fmla="*/ 25877 h 172561"/>
              <a:gd name="connsiteX224" fmla="*/ 1161097 w 1371600"/>
              <a:gd name="connsiteY224" fmla="*/ 23019 h 172561"/>
              <a:gd name="connsiteX225" fmla="*/ 1177289 w 1371600"/>
              <a:gd name="connsiteY225" fmla="*/ 23019 h 172561"/>
              <a:gd name="connsiteX226" fmla="*/ 1177289 w 1371600"/>
              <a:gd name="connsiteY226" fmla="*/ 66834 h 172561"/>
              <a:gd name="connsiteX227" fmla="*/ 1184910 w 1371600"/>
              <a:gd name="connsiteY227" fmla="*/ 67787 h 172561"/>
              <a:gd name="connsiteX228" fmla="*/ 1184910 w 1371600"/>
              <a:gd name="connsiteY228" fmla="*/ 71597 h 172561"/>
              <a:gd name="connsiteX229" fmla="*/ 1161097 w 1371600"/>
              <a:gd name="connsiteY229" fmla="*/ 71597 h 172561"/>
              <a:gd name="connsiteX230" fmla="*/ 1161097 w 1371600"/>
              <a:gd name="connsiteY230" fmla="*/ 67787 h 172561"/>
              <a:gd name="connsiteX231" fmla="*/ 1168717 w 1371600"/>
              <a:gd name="connsiteY231" fmla="*/ 66834 h 172561"/>
              <a:gd name="connsiteX232" fmla="*/ 1168717 w 1371600"/>
              <a:gd name="connsiteY232" fmla="*/ 27782 h 172561"/>
              <a:gd name="connsiteX233" fmla="*/ 1161097 w 1371600"/>
              <a:gd name="connsiteY233" fmla="*/ 26829 h 172561"/>
              <a:gd name="connsiteX234" fmla="*/ 1145857 w 1371600"/>
              <a:gd name="connsiteY234" fmla="*/ 23019 h 172561"/>
              <a:gd name="connsiteX235" fmla="*/ 1155382 w 1371600"/>
              <a:gd name="connsiteY235" fmla="*/ 31591 h 172561"/>
              <a:gd name="connsiteX236" fmla="*/ 1148714 w 1371600"/>
              <a:gd name="connsiteY236" fmla="*/ 39211 h 172561"/>
              <a:gd name="connsiteX237" fmla="*/ 1142999 w 1371600"/>
              <a:gd name="connsiteY237" fmla="*/ 32544 h 172561"/>
              <a:gd name="connsiteX238" fmla="*/ 1145857 w 1371600"/>
              <a:gd name="connsiteY238" fmla="*/ 30639 h 172561"/>
              <a:gd name="connsiteX239" fmla="*/ 1145857 w 1371600"/>
              <a:gd name="connsiteY239" fmla="*/ 29686 h 172561"/>
              <a:gd name="connsiteX240" fmla="*/ 1142999 w 1371600"/>
              <a:gd name="connsiteY240" fmla="*/ 27782 h 172561"/>
              <a:gd name="connsiteX241" fmla="*/ 1133474 w 1371600"/>
              <a:gd name="connsiteY241" fmla="*/ 40164 h 172561"/>
              <a:gd name="connsiteX242" fmla="*/ 1133474 w 1371600"/>
              <a:gd name="connsiteY242" fmla="*/ 66834 h 172561"/>
              <a:gd name="connsiteX243" fmla="*/ 1142999 w 1371600"/>
              <a:gd name="connsiteY243" fmla="*/ 67787 h 172561"/>
              <a:gd name="connsiteX244" fmla="*/ 1142999 w 1371600"/>
              <a:gd name="connsiteY244" fmla="*/ 71597 h 172561"/>
              <a:gd name="connsiteX245" fmla="*/ 1117282 w 1371600"/>
              <a:gd name="connsiteY245" fmla="*/ 71597 h 172561"/>
              <a:gd name="connsiteX246" fmla="*/ 1117282 w 1371600"/>
              <a:gd name="connsiteY246" fmla="*/ 67787 h 172561"/>
              <a:gd name="connsiteX247" fmla="*/ 1122997 w 1371600"/>
              <a:gd name="connsiteY247" fmla="*/ 66834 h 172561"/>
              <a:gd name="connsiteX248" fmla="*/ 1122997 w 1371600"/>
              <a:gd name="connsiteY248" fmla="*/ 28734 h 172561"/>
              <a:gd name="connsiteX249" fmla="*/ 1117282 w 1371600"/>
              <a:gd name="connsiteY249" fmla="*/ 27782 h 172561"/>
              <a:gd name="connsiteX250" fmla="*/ 1117282 w 1371600"/>
              <a:gd name="connsiteY250" fmla="*/ 23971 h 172561"/>
              <a:gd name="connsiteX251" fmla="*/ 1131570 w 1371600"/>
              <a:gd name="connsiteY251" fmla="*/ 23971 h 172561"/>
              <a:gd name="connsiteX252" fmla="*/ 1132522 w 1371600"/>
              <a:gd name="connsiteY252" fmla="*/ 31591 h 172561"/>
              <a:gd name="connsiteX253" fmla="*/ 1145857 w 1371600"/>
              <a:gd name="connsiteY253" fmla="*/ 23019 h 172561"/>
              <a:gd name="connsiteX254" fmla="*/ 1022985 w 1371600"/>
              <a:gd name="connsiteY254" fmla="*/ 23019 h 172561"/>
              <a:gd name="connsiteX255" fmla="*/ 1043940 w 1371600"/>
              <a:gd name="connsiteY255" fmla="*/ 23019 h 172561"/>
              <a:gd name="connsiteX256" fmla="*/ 1043940 w 1371600"/>
              <a:gd name="connsiteY256" fmla="*/ 26829 h 172561"/>
              <a:gd name="connsiteX257" fmla="*/ 1037273 w 1371600"/>
              <a:gd name="connsiteY257" fmla="*/ 27782 h 172561"/>
              <a:gd name="connsiteX258" fmla="*/ 1048702 w 1371600"/>
              <a:gd name="connsiteY258" fmla="*/ 61119 h 172561"/>
              <a:gd name="connsiteX259" fmla="*/ 1059180 w 1371600"/>
              <a:gd name="connsiteY259" fmla="*/ 27782 h 172561"/>
              <a:gd name="connsiteX260" fmla="*/ 1052512 w 1371600"/>
              <a:gd name="connsiteY260" fmla="*/ 26829 h 172561"/>
              <a:gd name="connsiteX261" fmla="*/ 1052512 w 1371600"/>
              <a:gd name="connsiteY261" fmla="*/ 23019 h 172561"/>
              <a:gd name="connsiteX262" fmla="*/ 1069658 w 1371600"/>
              <a:gd name="connsiteY262" fmla="*/ 23019 h 172561"/>
              <a:gd name="connsiteX263" fmla="*/ 1069658 w 1371600"/>
              <a:gd name="connsiteY263" fmla="*/ 26829 h 172561"/>
              <a:gd name="connsiteX264" fmla="*/ 1064895 w 1371600"/>
              <a:gd name="connsiteY264" fmla="*/ 27782 h 172561"/>
              <a:gd name="connsiteX265" fmla="*/ 1049655 w 1371600"/>
              <a:gd name="connsiteY265" fmla="*/ 71597 h 172561"/>
              <a:gd name="connsiteX266" fmla="*/ 1042035 w 1371600"/>
              <a:gd name="connsiteY266" fmla="*/ 71597 h 172561"/>
              <a:gd name="connsiteX267" fmla="*/ 1026795 w 1371600"/>
              <a:gd name="connsiteY267" fmla="*/ 27782 h 172561"/>
              <a:gd name="connsiteX268" fmla="*/ 1022985 w 1371600"/>
              <a:gd name="connsiteY268" fmla="*/ 26829 h 172561"/>
              <a:gd name="connsiteX269" fmla="*/ 998220 w 1371600"/>
              <a:gd name="connsiteY269" fmla="*/ 23019 h 172561"/>
              <a:gd name="connsiteX270" fmla="*/ 1014412 w 1371600"/>
              <a:gd name="connsiteY270" fmla="*/ 23019 h 172561"/>
              <a:gd name="connsiteX271" fmla="*/ 1014412 w 1371600"/>
              <a:gd name="connsiteY271" fmla="*/ 66834 h 172561"/>
              <a:gd name="connsiteX272" fmla="*/ 1022033 w 1371600"/>
              <a:gd name="connsiteY272" fmla="*/ 67787 h 172561"/>
              <a:gd name="connsiteX273" fmla="*/ 1022033 w 1371600"/>
              <a:gd name="connsiteY273" fmla="*/ 71597 h 172561"/>
              <a:gd name="connsiteX274" fmla="*/ 998220 w 1371600"/>
              <a:gd name="connsiteY274" fmla="*/ 71597 h 172561"/>
              <a:gd name="connsiteX275" fmla="*/ 998220 w 1371600"/>
              <a:gd name="connsiteY275" fmla="*/ 67787 h 172561"/>
              <a:gd name="connsiteX276" fmla="*/ 1004887 w 1371600"/>
              <a:gd name="connsiteY276" fmla="*/ 66834 h 172561"/>
              <a:gd name="connsiteX277" fmla="*/ 1004887 w 1371600"/>
              <a:gd name="connsiteY277" fmla="*/ 27782 h 172561"/>
              <a:gd name="connsiteX278" fmla="*/ 998220 w 1371600"/>
              <a:gd name="connsiteY278" fmla="*/ 26829 h 172561"/>
              <a:gd name="connsiteX279" fmla="*/ 944880 w 1371600"/>
              <a:gd name="connsiteY279" fmla="*/ 23018 h 172561"/>
              <a:gd name="connsiteX280" fmla="*/ 962977 w 1371600"/>
              <a:gd name="connsiteY280" fmla="*/ 43973 h 172561"/>
              <a:gd name="connsiteX281" fmla="*/ 962977 w 1371600"/>
              <a:gd name="connsiteY281" fmla="*/ 47783 h 172561"/>
              <a:gd name="connsiteX282" fmla="*/ 933450 w 1371600"/>
              <a:gd name="connsiteY282" fmla="*/ 47783 h 172561"/>
              <a:gd name="connsiteX283" fmla="*/ 946785 w 1371600"/>
              <a:gd name="connsiteY283" fmla="*/ 66833 h 172561"/>
              <a:gd name="connsiteX284" fmla="*/ 959167 w 1371600"/>
              <a:gd name="connsiteY284" fmla="*/ 58261 h 172561"/>
              <a:gd name="connsiteX285" fmla="*/ 962977 w 1371600"/>
              <a:gd name="connsiteY285" fmla="*/ 60166 h 172561"/>
              <a:gd name="connsiteX286" fmla="*/ 944880 w 1371600"/>
              <a:gd name="connsiteY286" fmla="*/ 72548 h 172561"/>
              <a:gd name="connsiteX287" fmla="*/ 923925 w 1371600"/>
              <a:gd name="connsiteY287" fmla="*/ 47783 h 172561"/>
              <a:gd name="connsiteX288" fmla="*/ 944880 w 1371600"/>
              <a:gd name="connsiteY288" fmla="*/ 23018 h 172561"/>
              <a:gd name="connsiteX289" fmla="*/ 1333499 w 1371600"/>
              <a:gd name="connsiteY289" fmla="*/ 22066 h 172561"/>
              <a:gd name="connsiteX290" fmla="*/ 1350644 w 1371600"/>
              <a:gd name="connsiteY290" fmla="*/ 40163 h 172561"/>
              <a:gd name="connsiteX291" fmla="*/ 1350644 w 1371600"/>
              <a:gd name="connsiteY291" fmla="*/ 63024 h 172561"/>
              <a:gd name="connsiteX292" fmla="*/ 1353502 w 1371600"/>
              <a:gd name="connsiteY292" fmla="*/ 68739 h 172561"/>
              <a:gd name="connsiteX293" fmla="*/ 1356359 w 1371600"/>
              <a:gd name="connsiteY293" fmla="*/ 67786 h 172561"/>
              <a:gd name="connsiteX294" fmla="*/ 1357312 w 1371600"/>
              <a:gd name="connsiteY294" fmla="*/ 70644 h 172561"/>
              <a:gd name="connsiteX295" fmla="*/ 1350644 w 1371600"/>
              <a:gd name="connsiteY295" fmla="*/ 72549 h 172561"/>
              <a:gd name="connsiteX296" fmla="*/ 1342072 w 1371600"/>
              <a:gd name="connsiteY296" fmla="*/ 65881 h 172561"/>
              <a:gd name="connsiteX297" fmla="*/ 1328737 w 1371600"/>
              <a:gd name="connsiteY297" fmla="*/ 73501 h 172561"/>
              <a:gd name="connsiteX298" fmla="*/ 1315402 w 1371600"/>
              <a:gd name="connsiteY298" fmla="*/ 61119 h 172561"/>
              <a:gd name="connsiteX299" fmla="*/ 1335404 w 1371600"/>
              <a:gd name="connsiteY299" fmla="*/ 46831 h 172561"/>
              <a:gd name="connsiteX300" fmla="*/ 1342072 w 1371600"/>
              <a:gd name="connsiteY300" fmla="*/ 46831 h 172561"/>
              <a:gd name="connsiteX301" fmla="*/ 1342072 w 1371600"/>
              <a:gd name="connsiteY301" fmla="*/ 40163 h 172561"/>
              <a:gd name="connsiteX302" fmla="*/ 1332547 w 1371600"/>
              <a:gd name="connsiteY302" fmla="*/ 26829 h 172561"/>
              <a:gd name="connsiteX303" fmla="*/ 1324927 w 1371600"/>
              <a:gd name="connsiteY303" fmla="*/ 30639 h 172561"/>
              <a:gd name="connsiteX304" fmla="*/ 1324927 w 1371600"/>
              <a:gd name="connsiteY304" fmla="*/ 31591 h 172561"/>
              <a:gd name="connsiteX305" fmla="*/ 1327784 w 1371600"/>
              <a:gd name="connsiteY305" fmla="*/ 31591 h 172561"/>
              <a:gd name="connsiteX306" fmla="*/ 1328737 w 1371600"/>
              <a:gd name="connsiteY306" fmla="*/ 35401 h 172561"/>
              <a:gd name="connsiteX307" fmla="*/ 1323022 w 1371600"/>
              <a:gd name="connsiteY307" fmla="*/ 40163 h 172561"/>
              <a:gd name="connsiteX308" fmla="*/ 1317307 w 1371600"/>
              <a:gd name="connsiteY308" fmla="*/ 34449 h 172561"/>
              <a:gd name="connsiteX309" fmla="*/ 1333499 w 1371600"/>
              <a:gd name="connsiteY309" fmla="*/ 22066 h 172561"/>
              <a:gd name="connsiteX310" fmla="*/ 1222057 w 1371600"/>
              <a:gd name="connsiteY310" fmla="*/ 22066 h 172561"/>
              <a:gd name="connsiteX311" fmla="*/ 1236345 w 1371600"/>
              <a:gd name="connsiteY311" fmla="*/ 38259 h 172561"/>
              <a:gd name="connsiteX312" fmla="*/ 1236345 w 1371600"/>
              <a:gd name="connsiteY312" fmla="*/ 66834 h 172561"/>
              <a:gd name="connsiteX313" fmla="*/ 1243965 w 1371600"/>
              <a:gd name="connsiteY313" fmla="*/ 67786 h 172561"/>
              <a:gd name="connsiteX314" fmla="*/ 1243965 w 1371600"/>
              <a:gd name="connsiteY314" fmla="*/ 72549 h 172561"/>
              <a:gd name="connsiteX315" fmla="*/ 1222057 w 1371600"/>
              <a:gd name="connsiteY315" fmla="*/ 72549 h 172561"/>
              <a:gd name="connsiteX316" fmla="*/ 1222057 w 1371600"/>
              <a:gd name="connsiteY316" fmla="*/ 68739 h 172561"/>
              <a:gd name="connsiteX317" fmla="*/ 1227772 w 1371600"/>
              <a:gd name="connsiteY317" fmla="*/ 67786 h 172561"/>
              <a:gd name="connsiteX318" fmla="*/ 1227772 w 1371600"/>
              <a:gd name="connsiteY318" fmla="*/ 39211 h 172561"/>
              <a:gd name="connsiteX319" fmla="*/ 1219200 w 1371600"/>
              <a:gd name="connsiteY319" fmla="*/ 28734 h 172561"/>
              <a:gd name="connsiteX320" fmla="*/ 1206817 w 1371600"/>
              <a:gd name="connsiteY320" fmla="*/ 41116 h 172561"/>
              <a:gd name="connsiteX321" fmla="*/ 1206817 w 1371600"/>
              <a:gd name="connsiteY321" fmla="*/ 66834 h 172561"/>
              <a:gd name="connsiteX322" fmla="*/ 1212532 w 1371600"/>
              <a:gd name="connsiteY322" fmla="*/ 67786 h 172561"/>
              <a:gd name="connsiteX323" fmla="*/ 1213485 w 1371600"/>
              <a:gd name="connsiteY323" fmla="*/ 67786 h 172561"/>
              <a:gd name="connsiteX324" fmla="*/ 1213485 w 1371600"/>
              <a:gd name="connsiteY324" fmla="*/ 71596 h 172561"/>
              <a:gd name="connsiteX325" fmla="*/ 1191577 w 1371600"/>
              <a:gd name="connsiteY325" fmla="*/ 71596 h 172561"/>
              <a:gd name="connsiteX326" fmla="*/ 1191577 w 1371600"/>
              <a:gd name="connsiteY326" fmla="*/ 67786 h 172561"/>
              <a:gd name="connsiteX327" fmla="*/ 1197292 w 1371600"/>
              <a:gd name="connsiteY327" fmla="*/ 66834 h 172561"/>
              <a:gd name="connsiteX328" fmla="*/ 1197292 w 1371600"/>
              <a:gd name="connsiteY328" fmla="*/ 27781 h 172561"/>
              <a:gd name="connsiteX329" fmla="*/ 1191577 w 1371600"/>
              <a:gd name="connsiteY329" fmla="*/ 26829 h 172561"/>
              <a:gd name="connsiteX330" fmla="*/ 1191577 w 1371600"/>
              <a:gd name="connsiteY330" fmla="*/ 23019 h 172561"/>
              <a:gd name="connsiteX331" fmla="*/ 1204912 w 1371600"/>
              <a:gd name="connsiteY331" fmla="*/ 23019 h 172561"/>
              <a:gd name="connsiteX332" fmla="*/ 1205865 w 1371600"/>
              <a:gd name="connsiteY332" fmla="*/ 31591 h 172561"/>
              <a:gd name="connsiteX333" fmla="*/ 1222057 w 1371600"/>
              <a:gd name="connsiteY333" fmla="*/ 22066 h 172561"/>
              <a:gd name="connsiteX334" fmla="*/ 1094422 w 1371600"/>
              <a:gd name="connsiteY334" fmla="*/ 22066 h 172561"/>
              <a:gd name="connsiteX335" fmla="*/ 1111566 w 1371600"/>
              <a:gd name="connsiteY335" fmla="*/ 43974 h 172561"/>
              <a:gd name="connsiteX336" fmla="*/ 1111566 w 1371600"/>
              <a:gd name="connsiteY336" fmla="*/ 47784 h 172561"/>
              <a:gd name="connsiteX337" fmla="*/ 1082039 w 1371600"/>
              <a:gd name="connsiteY337" fmla="*/ 47784 h 172561"/>
              <a:gd name="connsiteX338" fmla="*/ 1095374 w 1371600"/>
              <a:gd name="connsiteY338" fmla="*/ 66834 h 172561"/>
              <a:gd name="connsiteX339" fmla="*/ 1107757 w 1371600"/>
              <a:gd name="connsiteY339" fmla="*/ 58261 h 172561"/>
              <a:gd name="connsiteX340" fmla="*/ 1111566 w 1371600"/>
              <a:gd name="connsiteY340" fmla="*/ 60166 h 172561"/>
              <a:gd name="connsiteX341" fmla="*/ 1093469 w 1371600"/>
              <a:gd name="connsiteY341" fmla="*/ 72549 h 172561"/>
              <a:gd name="connsiteX342" fmla="*/ 1072514 w 1371600"/>
              <a:gd name="connsiteY342" fmla="*/ 47784 h 172561"/>
              <a:gd name="connsiteX343" fmla="*/ 1094422 w 1371600"/>
              <a:gd name="connsiteY343" fmla="*/ 22066 h 172561"/>
              <a:gd name="connsiteX344" fmla="*/ 1287780 w 1371600"/>
              <a:gd name="connsiteY344" fmla="*/ 19209 h 172561"/>
              <a:gd name="connsiteX345" fmla="*/ 1290637 w 1371600"/>
              <a:gd name="connsiteY345" fmla="*/ 20161 h 172561"/>
              <a:gd name="connsiteX346" fmla="*/ 1290637 w 1371600"/>
              <a:gd name="connsiteY346" fmla="*/ 27782 h 172561"/>
              <a:gd name="connsiteX347" fmla="*/ 1282065 w 1371600"/>
              <a:gd name="connsiteY347" fmla="*/ 28734 h 172561"/>
              <a:gd name="connsiteX348" fmla="*/ 1286828 w 1371600"/>
              <a:gd name="connsiteY348" fmla="*/ 40164 h 172561"/>
              <a:gd name="connsiteX349" fmla="*/ 1268730 w 1371600"/>
              <a:gd name="connsiteY349" fmla="*/ 57309 h 172561"/>
              <a:gd name="connsiteX350" fmla="*/ 1263015 w 1371600"/>
              <a:gd name="connsiteY350" fmla="*/ 56357 h 172561"/>
              <a:gd name="connsiteX351" fmla="*/ 1258253 w 1371600"/>
              <a:gd name="connsiteY351" fmla="*/ 62072 h 172561"/>
              <a:gd name="connsiteX352" fmla="*/ 1262062 w 1371600"/>
              <a:gd name="connsiteY352" fmla="*/ 63977 h 172561"/>
              <a:gd name="connsiteX353" fmla="*/ 1270635 w 1371600"/>
              <a:gd name="connsiteY353" fmla="*/ 63977 h 172561"/>
              <a:gd name="connsiteX354" fmla="*/ 1289685 w 1371600"/>
              <a:gd name="connsiteY354" fmla="*/ 76359 h 172561"/>
              <a:gd name="connsiteX355" fmla="*/ 1265872 w 1371600"/>
              <a:gd name="connsiteY355" fmla="*/ 91599 h 172561"/>
              <a:gd name="connsiteX356" fmla="*/ 1245870 w 1371600"/>
              <a:gd name="connsiteY356" fmla="*/ 80169 h 172561"/>
              <a:gd name="connsiteX357" fmla="*/ 1252537 w 1371600"/>
              <a:gd name="connsiteY357" fmla="*/ 70644 h 172561"/>
              <a:gd name="connsiteX358" fmla="*/ 1249680 w 1371600"/>
              <a:gd name="connsiteY358" fmla="*/ 64929 h 172561"/>
              <a:gd name="connsiteX359" fmla="*/ 1258253 w 1371600"/>
              <a:gd name="connsiteY359" fmla="*/ 53499 h 172561"/>
              <a:gd name="connsiteX360" fmla="*/ 1249680 w 1371600"/>
              <a:gd name="connsiteY360" fmla="*/ 39212 h 172561"/>
              <a:gd name="connsiteX361" fmla="*/ 1268730 w 1371600"/>
              <a:gd name="connsiteY361" fmla="*/ 21114 h 172561"/>
              <a:gd name="connsiteX362" fmla="*/ 1279208 w 1371600"/>
              <a:gd name="connsiteY362" fmla="*/ 23972 h 172561"/>
              <a:gd name="connsiteX363" fmla="*/ 1287780 w 1371600"/>
              <a:gd name="connsiteY363" fmla="*/ 19209 h 172561"/>
              <a:gd name="connsiteX364" fmla="*/ 874395 w 1371600"/>
              <a:gd name="connsiteY364" fmla="*/ 7779 h 172561"/>
              <a:gd name="connsiteX365" fmla="*/ 874395 w 1371600"/>
              <a:gd name="connsiteY365" fmla="*/ 66834 h 172561"/>
              <a:gd name="connsiteX366" fmla="*/ 878205 w 1371600"/>
              <a:gd name="connsiteY366" fmla="*/ 66834 h 172561"/>
              <a:gd name="connsiteX367" fmla="*/ 905827 w 1371600"/>
              <a:gd name="connsiteY367" fmla="*/ 36354 h 172561"/>
              <a:gd name="connsiteX368" fmla="*/ 877252 w 1371600"/>
              <a:gd name="connsiteY368" fmla="*/ 7779 h 172561"/>
              <a:gd name="connsiteX369" fmla="*/ 857250 w 1371600"/>
              <a:gd name="connsiteY369" fmla="*/ 3016 h 172561"/>
              <a:gd name="connsiteX370" fmla="*/ 880110 w 1371600"/>
              <a:gd name="connsiteY370" fmla="*/ 3016 h 172561"/>
              <a:gd name="connsiteX371" fmla="*/ 917258 w 1371600"/>
              <a:gd name="connsiteY371" fmla="*/ 36354 h 172561"/>
              <a:gd name="connsiteX372" fmla="*/ 878205 w 1371600"/>
              <a:gd name="connsiteY372" fmla="*/ 71596 h 172561"/>
              <a:gd name="connsiteX373" fmla="*/ 857250 w 1371600"/>
              <a:gd name="connsiteY373" fmla="*/ 71596 h 172561"/>
              <a:gd name="connsiteX374" fmla="*/ 857250 w 1371600"/>
              <a:gd name="connsiteY374" fmla="*/ 67786 h 172561"/>
              <a:gd name="connsiteX375" fmla="*/ 864870 w 1371600"/>
              <a:gd name="connsiteY375" fmla="*/ 66834 h 172561"/>
              <a:gd name="connsiteX376" fmla="*/ 864870 w 1371600"/>
              <a:gd name="connsiteY376" fmla="*/ 7779 h 172561"/>
              <a:gd name="connsiteX377" fmla="*/ 857250 w 1371600"/>
              <a:gd name="connsiteY377" fmla="*/ 6826 h 172561"/>
              <a:gd name="connsiteX378" fmla="*/ 624840 w 1371600"/>
              <a:gd name="connsiteY378" fmla="*/ 3016 h 172561"/>
              <a:gd name="connsiteX379" fmla="*/ 662940 w 1371600"/>
              <a:gd name="connsiteY379" fmla="*/ 3016 h 172561"/>
              <a:gd name="connsiteX380" fmla="*/ 681990 w 1371600"/>
              <a:gd name="connsiteY380" fmla="*/ 96361 h 172561"/>
              <a:gd name="connsiteX381" fmla="*/ 730567 w 1371600"/>
              <a:gd name="connsiteY381" fmla="*/ 3016 h 172561"/>
              <a:gd name="connsiteX382" fmla="*/ 768667 w 1371600"/>
              <a:gd name="connsiteY382" fmla="*/ 3016 h 172561"/>
              <a:gd name="connsiteX383" fmla="*/ 771525 w 1371600"/>
              <a:gd name="connsiteY383" fmla="*/ 168751 h 172561"/>
              <a:gd name="connsiteX384" fmla="*/ 730567 w 1371600"/>
              <a:gd name="connsiteY384" fmla="*/ 168751 h 172561"/>
              <a:gd name="connsiteX385" fmla="*/ 730567 w 1371600"/>
              <a:gd name="connsiteY385" fmla="*/ 71596 h 172561"/>
              <a:gd name="connsiteX386" fmla="*/ 681990 w 1371600"/>
              <a:gd name="connsiteY386" fmla="*/ 168751 h 172561"/>
              <a:gd name="connsiteX387" fmla="*/ 660082 w 1371600"/>
              <a:gd name="connsiteY387" fmla="*/ 168751 h 172561"/>
              <a:gd name="connsiteX388" fmla="*/ 642937 w 1371600"/>
              <a:gd name="connsiteY388" fmla="*/ 71596 h 172561"/>
              <a:gd name="connsiteX389" fmla="*/ 614362 w 1371600"/>
              <a:gd name="connsiteY389" fmla="*/ 168751 h 172561"/>
              <a:gd name="connsiteX390" fmla="*/ 572452 w 1371600"/>
              <a:gd name="connsiteY390" fmla="*/ 168751 h 172561"/>
              <a:gd name="connsiteX391" fmla="*/ 188595 w 1371600"/>
              <a:gd name="connsiteY391" fmla="*/ 3016 h 172561"/>
              <a:gd name="connsiteX392" fmla="*/ 306705 w 1371600"/>
              <a:gd name="connsiteY392" fmla="*/ 3016 h 172561"/>
              <a:gd name="connsiteX393" fmla="*/ 300990 w 1371600"/>
              <a:gd name="connsiteY393" fmla="*/ 42069 h 172561"/>
              <a:gd name="connsiteX394" fmla="*/ 182880 w 1371600"/>
              <a:gd name="connsiteY394" fmla="*/ 42069 h 172561"/>
              <a:gd name="connsiteX395" fmla="*/ 79058 w 1371600"/>
              <a:gd name="connsiteY395" fmla="*/ 3016 h 172561"/>
              <a:gd name="connsiteX396" fmla="*/ 124778 w 1371600"/>
              <a:gd name="connsiteY396" fmla="*/ 3016 h 172561"/>
              <a:gd name="connsiteX397" fmla="*/ 161925 w 1371600"/>
              <a:gd name="connsiteY397" fmla="*/ 168751 h 172561"/>
              <a:gd name="connsiteX398" fmla="*/ 121920 w 1371600"/>
              <a:gd name="connsiteY398" fmla="*/ 168751 h 172561"/>
              <a:gd name="connsiteX399" fmla="*/ 115253 w 1371600"/>
              <a:gd name="connsiteY399" fmla="*/ 136366 h 172561"/>
              <a:gd name="connsiteX400" fmla="*/ 55245 w 1371600"/>
              <a:gd name="connsiteY400" fmla="*/ 136366 h 172561"/>
              <a:gd name="connsiteX401" fmla="*/ 41910 w 1371600"/>
              <a:gd name="connsiteY401" fmla="*/ 168751 h 172561"/>
              <a:gd name="connsiteX402" fmla="*/ 0 w 1371600"/>
              <a:gd name="connsiteY402" fmla="*/ 168751 h 172561"/>
              <a:gd name="connsiteX403" fmla="*/ 1175385 w 1371600"/>
              <a:gd name="connsiteY403" fmla="*/ 2064 h 172561"/>
              <a:gd name="connsiteX404" fmla="*/ 1182052 w 1371600"/>
              <a:gd name="connsiteY404" fmla="*/ 7779 h 172561"/>
              <a:gd name="connsiteX405" fmla="*/ 1176337 w 1371600"/>
              <a:gd name="connsiteY405" fmla="*/ 13494 h 172561"/>
              <a:gd name="connsiteX406" fmla="*/ 1169670 w 1371600"/>
              <a:gd name="connsiteY406" fmla="*/ 7779 h 172561"/>
              <a:gd name="connsiteX407" fmla="*/ 1175385 w 1371600"/>
              <a:gd name="connsiteY407" fmla="*/ 2064 h 172561"/>
              <a:gd name="connsiteX408" fmla="*/ 1009650 w 1371600"/>
              <a:gd name="connsiteY408" fmla="*/ 2064 h 172561"/>
              <a:gd name="connsiteX409" fmla="*/ 1016317 w 1371600"/>
              <a:gd name="connsiteY409" fmla="*/ 7779 h 172561"/>
              <a:gd name="connsiteX410" fmla="*/ 1010602 w 1371600"/>
              <a:gd name="connsiteY410" fmla="*/ 13494 h 172561"/>
              <a:gd name="connsiteX411" fmla="*/ 1003935 w 1371600"/>
              <a:gd name="connsiteY411" fmla="*/ 7779 h 172561"/>
              <a:gd name="connsiteX412" fmla="*/ 1009650 w 1371600"/>
              <a:gd name="connsiteY412" fmla="*/ 2064 h 172561"/>
              <a:gd name="connsiteX413" fmla="*/ 384810 w 1371600"/>
              <a:gd name="connsiteY413" fmla="*/ 1111 h 172561"/>
              <a:gd name="connsiteX414" fmla="*/ 433387 w 1371600"/>
              <a:gd name="connsiteY414" fmla="*/ 14446 h 172561"/>
              <a:gd name="connsiteX415" fmla="*/ 425767 w 1371600"/>
              <a:gd name="connsiteY415" fmla="*/ 53499 h 172561"/>
              <a:gd name="connsiteX416" fmla="*/ 388620 w 1371600"/>
              <a:gd name="connsiteY416" fmla="*/ 40164 h 172561"/>
              <a:gd name="connsiteX417" fmla="*/ 337185 w 1371600"/>
              <a:gd name="connsiteY417" fmla="*/ 87789 h 172561"/>
              <a:gd name="connsiteX418" fmla="*/ 380047 w 1371600"/>
              <a:gd name="connsiteY418" fmla="*/ 132556 h 172561"/>
              <a:gd name="connsiteX419" fmla="*/ 416242 w 1371600"/>
              <a:gd name="connsiteY419" fmla="*/ 126841 h 172561"/>
              <a:gd name="connsiteX420" fmla="*/ 410527 w 1371600"/>
              <a:gd name="connsiteY420" fmla="*/ 166846 h 172561"/>
              <a:gd name="connsiteX421" fmla="*/ 373380 w 1371600"/>
              <a:gd name="connsiteY421" fmla="*/ 172561 h 172561"/>
              <a:gd name="connsiteX422" fmla="*/ 295275 w 1371600"/>
              <a:gd name="connsiteY422" fmla="*/ 90646 h 172561"/>
              <a:gd name="connsiteX423" fmla="*/ 384810 w 1371600"/>
              <a:gd name="connsiteY423" fmla="*/ 1111 h 172561"/>
              <a:gd name="connsiteX424" fmla="*/ 968692 w 1371600"/>
              <a:gd name="connsiteY424" fmla="*/ 159 h 172561"/>
              <a:gd name="connsiteX425" fmla="*/ 984885 w 1371600"/>
              <a:gd name="connsiteY425" fmla="*/ 159 h 172561"/>
              <a:gd name="connsiteX426" fmla="*/ 984885 w 1371600"/>
              <a:gd name="connsiteY426" fmla="*/ 66834 h 172561"/>
              <a:gd name="connsiteX427" fmla="*/ 992505 w 1371600"/>
              <a:gd name="connsiteY427" fmla="*/ 67787 h 172561"/>
              <a:gd name="connsiteX428" fmla="*/ 992505 w 1371600"/>
              <a:gd name="connsiteY428" fmla="*/ 71597 h 172561"/>
              <a:gd name="connsiteX429" fmla="*/ 968692 w 1371600"/>
              <a:gd name="connsiteY429" fmla="*/ 71597 h 172561"/>
              <a:gd name="connsiteX430" fmla="*/ 968692 w 1371600"/>
              <a:gd name="connsiteY430" fmla="*/ 67787 h 172561"/>
              <a:gd name="connsiteX431" fmla="*/ 975360 w 1371600"/>
              <a:gd name="connsiteY431" fmla="*/ 66834 h 172561"/>
              <a:gd name="connsiteX432" fmla="*/ 975360 w 1371600"/>
              <a:gd name="connsiteY432" fmla="*/ 4922 h 172561"/>
              <a:gd name="connsiteX433" fmla="*/ 968692 w 1371600"/>
              <a:gd name="connsiteY433" fmla="*/ 3969 h 172561"/>
              <a:gd name="connsiteX434" fmla="*/ 517207 w 1371600"/>
              <a:gd name="connsiteY434" fmla="*/ 158 h 172561"/>
              <a:gd name="connsiteX435" fmla="*/ 584835 w 1371600"/>
              <a:gd name="connsiteY435" fmla="*/ 86836 h 172561"/>
              <a:gd name="connsiteX436" fmla="*/ 493395 w 1371600"/>
              <a:gd name="connsiteY436" fmla="*/ 169703 h 172561"/>
              <a:gd name="connsiteX437" fmla="*/ 425767 w 1371600"/>
              <a:gd name="connsiteY437" fmla="*/ 83026 h 172561"/>
              <a:gd name="connsiteX438" fmla="*/ 517207 w 1371600"/>
              <a:gd name="connsiteY438" fmla="*/ 158 h 17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</a:cxnLst>
            <a:rect l="l" t="t" r="r" b="b"/>
            <a:pathLst>
              <a:path w="1371600" h="172561">
                <a:moveTo>
                  <a:pt x="169544" y="129699"/>
                </a:moveTo>
                <a:lnTo>
                  <a:pt x="286702" y="129699"/>
                </a:lnTo>
                <a:lnTo>
                  <a:pt x="280987" y="168752"/>
                </a:lnTo>
                <a:lnTo>
                  <a:pt x="162877" y="168752"/>
                </a:lnTo>
                <a:close/>
                <a:moveTo>
                  <a:pt x="1343977" y="124936"/>
                </a:moveTo>
                <a:cubicBezTo>
                  <a:pt x="1334452" y="124936"/>
                  <a:pt x="1331595" y="132556"/>
                  <a:pt x="1331595" y="144938"/>
                </a:cubicBezTo>
                <a:cubicBezTo>
                  <a:pt x="1331595" y="154464"/>
                  <a:pt x="1333500" y="163989"/>
                  <a:pt x="1343025" y="163989"/>
                </a:cubicBezTo>
                <a:cubicBezTo>
                  <a:pt x="1349692" y="163989"/>
                  <a:pt x="1355407" y="158274"/>
                  <a:pt x="1355407" y="151606"/>
                </a:cubicBezTo>
                <a:lnTo>
                  <a:pt x="1355407" y="136366"/>
                </a:lnTo>
                <a:cubicBezTo>
                  <a:pt x="1355407" y="128746"/>
                  <a:pt x="1349692" y="124936"/>
                  <a:pt x="1343977" y="124936"/>
                </a:cubicBezTo>
                <a:close/>
                <a:moveTo>
                  <a:pt x="884872" y="124936"/>
                </a:moveTo>
                <a:cubicBezTo>
                  <a:pt x="878204" y="124936"/>
                  <a:pt x="872489" y="129699"/>
                  <a:pt x="872489" y="138271"/>
                </a:cubicBezTo>
                <a:lnTo>
                  <a:pt x="872489" y="152558"/>
                </a:lnTo>
                <a:cubicBezTo>
                  <a:pt x="872489" y="160178"/>
                  <a:pt x="877252" y="164941"/>
                  <a:pt x="883920" y="164941"/>
                </a:cubicBezTo>
                <a:cubicBezTo>
                  <a:pt x="892492" y="164941"/>
                  <a:pt x="894397" y="157321"/>
                  <a:pt x="895349" y="143986"/>
                </a:cubicBezTo>
                <a:cubicBezTo>
                  <a:pt x="895349" y="131604"/>
                  <a:pt x="893445" y="124936"/>
                  <a:pt x="884872" y="124936"/>
                </a:cubicBezTo>
                <a:close/>
                <a:moveTo>
                  <a:pt x="1227772" y="123984"/>
                </a:moveTo>
                <a:cubicBezTo>
                  <a:pt x="1218247" y="123984"/>
                  <a:pt x="1216342" y="133509"/>
                  <a:pt x="1216342" y="143986"/>
                </a:cubicBezTo>
                <a:cubicBezTo>
                  <a:pt x="1216342" y="154464"/>
                  <a:pt x="1218247" y="164941"/>
                  <a:pt x="1227772" y="164941"/>
                </a:cubicBezTo>
                <a:cubicBezTo>
                  <a:pt x="1237297" y="164941"/>
                  <a:pt x="1239202" y="155416"/>
                  <a:pt x="1239202" y="144938"/>
                </a:cubicBezTo>
                <a:cubicBezTo>
                  <a:pt x="1239202" y="134461"/>
                  <a:pt x="1237297" y="123984"/>
                  <a:pt x="1227772" y="123984"/>
                </a:cubicBezTo>
                <a:close/>
                <a:moveTo>
                  <a:pt x="1048702" y="123984"/>
                </a:moveTo>
                <a:cubicBezTo>
                  <a:pt x="1041083" y="123984"/>
                  <a:pt x="1038225" y="130651"/>
                  <a:pt x="1037272" y="139224"/>
                </a:cubicBezTo>
                <a:lnTo>
                  <a:pt x="1058227" y="139224"/>
                </a:lnTo>
                <a:lnTo>
                  <a:pt x="1058227" y="137318"/>
                </a:lnTo>
                <a:cubicBezTo>
                  <a:pt x="1058227" y="128746"/>
                  <a:pt x="1055370" y="123984"/>
                  <a:pt x="1048702" y="123984"/>
                </a:cubicBezTo>
                <a:close/>
                <a:moveTo>
                  <a:pt x="933450" y="123984"/>
                </a:moveTo>
                <a:cubicBezTo>
                  <a:pt x="925830" y="123984"/>
                  <a:pt x="922972" y="130651"/>
                  <a:pt x="922020" y="139224"/>
                </a:cubicBezTo>
                <a:lnTo>
                  <a:pt x="942975" y="139224"/>
                </a:lnTo>
                <a:lnTo>
                  <a:pt x="942975" y="137318"/>
                </a:lnTo>
                <a:cubicBezTo>
                  <a:pt x="942975" y="128746"/>
                  <a:pt x="940117" y="123984"/>
                  <a:pt x="933450" y="123984"/>
                </a:cubicBezTo>
                <a:close/>
                <a:moveTo>
                  <a:pt x="1131570" y="120174"/>
                </a:moveTo>
                <a:lnTo>
                  <a:pt x="1151572" y="120174"/>
                </a:lnTo>
                <a:lnTo>
                  <a:pt x="1151572" y="123984"/>
                </a:lnTo>
                <a:lnTo>
                  <a:pt x="1145858" y="123984"/>
                </a:lnTo>
                <a:lnTo>
                  <a:pt x="1156335" y="159227"/>
                </a:lnTo>
                <a:lnTo>
                  <a:pt x="1165860" y="132556"/>
                </a:lnTo>
                <a:lnTo>
                  <a:pt x="1163002" y="123984"/>
                </a:lnTo>
                <a:lnTo>
                  <a:pt x="1159192" y="123984"/>
                </a:lnTo>
                <a:lnTo>
                  <a:pt x="1159192" y="120174"/>
                </a:lnTo>
                <a:lnTo>
                  <a:pt x="1177290" y="120174"/>
                </a:lnTo>
                <a:lnTo>
                  <a:pt x="1177290" y="123984"/>
                </a:lnTo>
                <a:lnTo>
                  <a:pt x="1172527" y="123984"/>
                </a:lnTo>
                <a:lnTo>
                  <a:pt x="1183958" y="159227"/>
                </a:lnTo>
                <a:lnTo>
                  <a:pt x="1193483" y="123984"/>
                </a:lnTo>
                <a:lnTo>
                  <a:pt x="1186815" y="123984"/>
                </a:lnTo>
                <a:lnTo>
                  <a:pt x="1186815" y="120174"/>
                </a:lnTo>
                <a:lnTo>
                  <a:pt x="1203960" y="120174"/>
                </a:lnTo>
                <a:lnTo>
                  <a:pt x="1203960" y="123984"/>
                </a:lnTo>
                <a:lnTo>
                  <a:pt x="1199197" y="123984"/>
                </a:lnTo>
                <a:lnTo>
                  <a:pt x="1185862" y="168752"/>
                </a:lnTo>
                <a:lnTo>
                  <a:pt x="1179195" y="168752"/>
                </a:lnTo>
                <a:lnTo>
                  <a:pt x="1168717" y="140176"/>
                </a:lnTo>
                <a:lnTo>
                  <a:pt x="1167765" y="140176"/>
                </a:lnTo>
                <a:lnTo>
                  <a:pt x="1157287" y="168752"/>
                </a:lnTo>
                <a:lnTo>
                  <a:pt x="1150620" y="168752"/>
                </a:lnTo>
                <a:lnTo>
                  <a:pt x="1135380" y="123984"/>
                </a:lnTo>
                <a:lnTo>
                  <a:pt x="1131570" y="123984"/>
                </a:lnTo>
                <a:close/>
                <a:moveTo>
                  <a:pt x="1283017" y="119221"/>
                </a:moveTo>
                <a:cubicBezTo>
                  <a:pt x="1288732" y="119221"/>
                  <a:pt x="1293495" y="122079"/>
                  <a:pt x="1292542" y="127793"/>
                </a:cubicBezTo>
                <a:cubicBezTo>
                  <a:pt x="1292542" y="133509"/>
                  <a:pt x="1289684" y="135413"/>
                  <a:pt x="1285875" y="135413"/>
                </a:cubicBezTo>
                <a:cubicBezTo>
                  <a:pt x="1282065" y="135413"/>
                  <a:pt x="1280159" y="132556"/>
                  <a:pt x="1280159" y="128746"/>
                </a:cubicBezTo>
                <a:lnTo>
                  <a:pt x="1283017" y="127793"/>
                </a:lnTo>
                <a:cubicBezTo>
                  <a:pt x="1283017" y="127793"/>
                  <a:pt x="1283017" y="126841"/>
                  <a:pt x="1283017" y="126841"/>
                </a:cubicBezTo>
                <a:cubicBezTo>
                  <a:pt x="1283017" y="125888"/>
                  <a:pt x="1282065" y="124936"/>
                  <a:pt x="1280159" y="124936"/>
                </a:cubicBezTo>
                <a:cubicBezTo>
                  <a:pt x="1274445" y="124936"/>
                  <a:pt x="1269682" y="131604"/>
                  <a:pt x="1269682" y="137318"/>
                </a:cubicBezTo>
                <a:lnTo>
                  <a:pt x="1269682" y="163989"/>
                </a:lnTo>
                <a:lnTo>
                  <a:pt x="1280159" y="164941"/>
                </a:lnTo>
                <a:lnTo>
                  <a:pt x="1280159" y="168751"/>
                </a:lnTo>
                <a:lnTo>
                  <a:pt x="1254442" y="168751"/>
                </a:lnTo>
                <a:lnTo>
                  <a:pt x="1254442" y="164941"/>
                </a:lnTo>
                <a:lnTo>
                  <a:pt x="1260157" y="163989"/>
                </a:lnTo>
                <a:lnTo>
                  <a:pt x="1260157" y="124936"/>
                </a:lnTo>
                <a:lnTo>
                  <a:pt x="1254442" y="123984"/>
                </a:lnTo>
                <a:lnTo>
                  <a:pt x="1254442" y="120174"/>
                </a:lnTo>
                <a:lnTo>
                  <a:pt x="1268730" y="120174"/>
                </a:lnTo>
                <a:lnTo>
                  <a:pt x="1269682" y="127793"/>
                </a:lnTo>
                <a:cubicBezTo>
                  <a:pt x="1271587" y="123031"/>
                  <a:pt x="1276350" y="119221"/>
                  <a:pt x="1283017" y="119221"/>
                </a:cubicBezTo>
                <a:close/>
                <a:moveTo>
                  <a:pt x="1228725" y="119221"/>
                </a:moveTo>
                <a:cubicBezTo>
                  <a:pt x="1243012" y="119221"/>
                  <a:pt x="1249680" y="129699"/>
                  <a:pt x="1250632" y="143986"/>
                </a:cubicBezTo>
                <a:cubicBezTo>
                  <a:pt x="1250632" y="159226"/>
                  <a:pt x="1243012" y="169703"/>
                  <a:pt x="1228725" y="169703"/>
                </a:cubicBezTo>
                <a:cubicBezTo>
                  <a:pt x="1214437" y="169703"/>
                  <a:pt x="1206817" y="160178"/>
                  <a:pt x="1206817" y="144938"/>
                </a:cubicBezTo>
                <a:cubicBezTo>
                  <a:pt x="1206817" y="129699"/>
                  <a:pt x="1215390" y="119221"/>
                  <a:pt x="1228725" y="119221"/>
                </a:cubicBezTo>
                <a:close/>
                <a:moveTo>
                  <a:pt x="1101089" y="119221"/>
                </a:moveTo>
                <a:cubicBezTo>
                  <a:pt x="1106804" y="119221"/>
                  <a:pt x="1110614" y="122079"/>
                  <a:pt x="1109662" y="127793"/>
                </a:cubicBezTo>
                <a:cubicBezTo>
                  <a:pt x="1109662" y="133509"/>
                  <a:pt x="1106804" y="135413"/>
                  <a:pt x="1102994" y="135413"/>
                </a:cubicBezTo>
                <a:cubicBezTo>
                  <a:pt x="1099184" y="135413"/>
                  <a:pt x="1097279" y="132556"/>
                  <a:pt x="1097279" y="128746"/>
                </a:cubicBezTo>
                <a:lnTo>
                  <a:pt x="1100137" y="127793"/>
                </a:lnTo>
                <a:cubicBezTo>
                  <a:pt x="1100137" y="127793"/>
                  <a:pt x="1100137" y="126841"/>
                  <a:pt x="1100137" y="126841"/>
                </a:cubicBezTo>
                <a:cubicBezTo>
                  <a:pt x="1100137" y="125888"/>
                  <a:pt x="1099184" y="124936"/>
                  <a:pt x="1097279" y="124936"/>
                </a:cubicBezTo>
                <a:cubicBezTo>
                  <a:pt x="1092516" y="124936"/>
                  <a:pt x="1087754" y="131604"/>
                  <a:pt x="1087754" y="137318"/>
                </a:cubicBezTo>
                <a:lnTo>
                  <a:pt x="1087754" y="163989"/>
                </a:lnTo>
                <a:lnTo>
                  <a:pt x="1098232" y="164941"/>
                </a:lnTo>
                <a:lnTo>
                  <a:pt x="1098232" y="168751"/>
                </a:lnTo>
                <a:lnTo>
                  <a:pt x="1072514" y="168751"/>
                </a:lnTo>
                <a:lnTo>
                  <a:pt x="1072514" y="164941"/>
                </a:lnTo>
                <a:lnTo>
                  <a:pt x="1078229" y="163989"/>
                </a:lnTo>
                <a:lnTo>
                  <a:pt x="1078229" y="124936"/>
                </a:lnTo>
                <a:lnTo>
                  <a:pt x="1072514" y="123984"/>
                </a:lnTo>
                <a:lnTo>
                  <a:pt x="1072514" y="120174"/>
                </a:lnTo>
                <a:lnTo>
                  <a:pt x="1086802" y="120174"/>
                </a:lnTo>
                <a:lnTo>
                  <a:pt x="1087754" y="127793"/>
                </a:lnTo>
                <a:cubicBezTo>
                  <a:pt x="1089659" y="123031"/>
                  <a:pt x="1094422" y="119221"/>
                  <a:pt x="1101089" y="119221"/>
                </a:cubicBezTo>
                <a:close/>
                <a:moveTo>
                  <a:pt x="1048702" y="119221"/>
                </a:moveTo>
                <a:cubicBezTo>
                  <a:pt x="1060133" y="119221"/>
                  <a:pt x="1066800" y="125888"/>
                  <a:pt x="1065847" y="141129"/>
                </a:cubicBezTo>
                <a:cubicBezTo>
                  <a:pt x="1065847" y="142081"/>
                  <a:pt x="1065847" y="143986"/>
                  <a:pt x="1065847" y="144938"/>
                </a:cubicBezTo>
                <a:lnTo>
                  <a:pt x="1036320" y="144938"/>
                </a:lnTo>
                <a:cubicBezTo>
                  <a:pt x="1036320" y="156368"/>
                  <a:pt x="1040130" y="163989"/>
                  <a:pt x="1049655" y="163989"/>
                </a:cubicBezTo>
                <a:cubicBezTo>
                  <a:pt x="1056322" y="163989"/>
                  <a:pt x="1060133" y="161131"/>
                  <a:pt x="1062037" y="155416"/>
                </a:cubicBezTo>
                <a:lnTo>
                  <a:pt x="1065847" y="157321"/>
                </a:lnTo>
                <a:cubicBezTo>
                  <a:pt x="1063942" y="164941"/>
                  <a:pt x="1057275" y="169703"/>
                  <a:pt x="1047750" y="169703"/>
                </a:cubicBezTo>
                <a:cubicBezTo>
                  <a:pt x="1033462" y="169703"/>
                  <a:pt x="1026795" y="160178"/>
                  <a:pt x="1026795" y="144938"/>
                </a:cubicBezTo>
                <a:cubicBezTo>
                  <a:pt x="1026795" y="128746"/>
                  <a:pt x="1036320" y="119221"/>
                  <a:pt x="1048702" y="119221"/>
                </a:cubicBezTo>
                <a:close/>
                <a:moveTo>
                  <a:pt x="934402" y="119221"/>
                </a:moveTo>
                <a:cubicBezTo>
                  <a:pt x="945833" y="119221"/>
                  <a:pt x="952500" y="125888"/>
                  <a:pt x="951547" y="141129"/>
                </a:cubicBezTo>
                <a:cubicBezTo>
                  <a:pt x="951547" y="142081"/>
                  <a:pt x="951547" y="143986"/>
                  <a:pt x="951547" y="144938"/>
                </a:cubicBezTo>
                <a:lnTo>
                  <a:pt x="922020" y="144938"/>
                </a:lnTo>
                <a:cubicBezTo>
                  <a:pt x="922020" y="156368"/>
                  <a:pt x="925830" y="163989"/>
                  <a:pt x="935355" y="163989"/>
                </a:cubicBezTo>
                <a:cubicBezTo>
                  <a:pt x="942022" y="163989"/>
                  <a:pt x="945833" y="161131"/>
                  <a:pt x="947737" y="155416"/>
                </a:cubicBezTo>
                <a:lnTo>
                  <a:pt x="951547" y="157321"/>
                </a:lnTo>
                <a:cubicBezTo>
                  <a:pt x="949642" y="164941"/>
                  <a:pt x="942975" y="169703"/>
                  <a:pt x="933450" y="169703"/>
                </a:cubicBezTo>
                <a:cubicBezTo>
                  <a:pt x="919162" y="169703"/>
                  <a:pt x="912495" y="160178"/>
                  <a:pt x="912495" y="144938"/>
                </a:cubicBezTo>
                <a:cubicBezTo>
                  <a:pt x="912495" y="128746"/>
                  <a:pt x="922020" y="119221"/>
                  <a:pt x="934402" y="119221"/>
                </a:cubicBezTo>
                <a:close/>
                <a:moveTo>
                  <a:pt x="971549" y="105886"/>
                </a:moveTo>
                <a:lnTo>
                  <a:pt x="974407" y="105886"/>
                </a:lnTo>
                <a:lnTo>
                  <a:pt x="974407" y="120174"/>
                </a:lnTo>
                <a:lnTo>
                  <a:pt x="997266" y="120174"/>
                </a:lnTo>
                <a:lnTo>
                  <a:pt x="997266" y="107791"/>
                </a:lnTo>
                <a:lnTo>
                  <a:pt x="1003934" y="105886"/>
                </a:lnTo>
                <a:lnTo>
                  <a:pt x="1005839" y="105886"/>
                </a:lnTo>
                <a:lnTo>
                  <a:pt x="1005839" y="120174"/>
                </a:lnTo>
                <a:lnTo>
                  <a:pt x="1016316" y="120174"/>
                </a:lnTo>
                <a:lnTo>
                  <a:pt x="1016316" y="124936"/>
                </a:lnTo>
                <a:lnTo>
                  <a:pt x="1005839" y="124936"/>
                </a:lnTo>
                <a:lnTo>
                  <a:pt x="1005839" y="156368"/>
                </a:lnTo>
                <a:cubicBezTo>
                  <a:pt x="1005839" y="162083"/>
                  <a:pt x="1006791" y="163989"/>
                  <a:pt x="1010602" y="163989"/>
                </a:cubicBezTo>
                <a:cubicBezTo>
                  <a:pt x="1014412" y="163989"/>
                  <a:pt x="1016316" y="162083"/>
                  <a:pt x="1017269" y="156368"/>
                </a:cubicBezTo>
                <a:lnTo>
                  <a:pt x="1021079" y="157321"/>
                </a:lnTo>
                <a:cubicBezTo>
                  <a:pt x="1020127" y="165893"/>
                  <a:pt x="1015364" y="169703"/>
                  <a:pt x="1007744" y="169703"/>
                </a:cubicBezTo>
                <a:cubicBezTo>
                  <a:pt x="1000124" y="169703"/>
                  <a:pt x="996314" y="165893"/>
                  <a:pt x="996314" y="158274"/>
                </a:cubicBezTo>
                <a:lnTo>
                  <a:pt x="996314" y="124936"/>
                </a:lnTo>
                <a:lnTo>
                  <a:pt x="973454" y="124936"/>
                </a:lnTo>
                <a:lnTo>
                  <a:pt x="973454" y="156368"/>
                </a:lnTo>
                <a:cubicBezTo>
                  <a:pt x="973454" y="162083"/>
                  <a:pt x="974407" y="163989"/>
                  <a:pt x="978216" y="163989"/>
                </a:cubicBezTo>
                <a:cubicBezTo>
                  <a:pt x="982027" y="163989"/>
                  <a:pt x="983932" y="162083"/>
                  <a:pt x="985837" y="156368"/>
                </a:cubicBezTo>
                <a:lnTo>
                  <a:pt x="989647" y="157321"/>
                </a:lnTo>
                <a:cubicBezTo>
                  <a:pt x="988694" y="165893"/>
                  <a:pt x="983932" y="169703"/>
                  <a:pt x="976312" y="169703"/>
                </a:cubicBezTo>
                <a:cubicBezTo>
                  <a:pt x="968691" y="169703"/>
                  <a:pt x="964882" y="165893"/>
                  <a:pt x="964882" y="158274"/>
                </a:cubicBezTo>
                <a:lnTo>
                  <a:pt x="964882" y="124936"/>
                </a:lnTo>
                <a:lnTo>
                  <a:pt x="958214" y="124936"/>
                </a:lnTo>
                <a:lnTo>
                  <a:pt x="958214" y="120174"/>
                </a:lnTo>
                <a:lnTo>
                  <a:pt x="964882" y="120174"/>
                </a:lnTo>
                <a:lnTo>
                  <a:pt x="964882" y="107791"/>
                </a:lnTo>
                <a:close/>
                <a:moveTo>
                  <a:pt x="1348740" y="96361"/>
                </a:moveTo>
                <a:lnTo>
                  <a:pt x="1364932" y="96361"/>
                </a:lnTo>
                <a:lnTo>
                  <a:pt x="1364932" y="163989"/>
                </a:lnTo>
                <a:lnTo>
                  <a:pt x="1371600" y="163989"/>
                </a:lnTo>
                <a:lnTo>
                  <a:pt x="1371600" y="167799"/>
                </a:lnTo>
                <a:lnTo>
                  <a:pt x="1357312" y="167799"/>
                </a:lnTo>
                <a:lnTo>
                  <a:pt x="1356360" y="160178"/>
                </a:lnTo>
                <a:cubicBezTo>
                  <a:pt x="1353502" y="164941"/>
                  <a:pt x="1348740" y="168751"/>
                  <a:pt x="1341120" y="168751"/>
                </a:cubicBezTo>
                <a:cubicBezTo>
                  <a:pt x="1328737" y="168751"/>
                  <a:pt x="1323022" y="158274"/>
                  <a:pt x="1323022" y="143986"/>
                </a:cubicBezTo>
                <a:cubicBezTo>
                  <a:pt x="1323022" y="127793"/>
                  <a:pt x="1330642" y="118268"/>
                  <a:pt x="1343025" y="118268"/>
                </a:cubicBezTo>
                <a:cubicBezTo>
                  <a:pt x="1347787" y="118268"/>
                  <a:pt x="1352550" y="120174"/>
                  <a:pt x="1356360" y="123983"/>
                </a:cubicBezTo>
                <a:lnTo>
                  <a:pt x="1356360" y="101124"/>
                </a:lnTo>
                <a:lnTo>
                  <a:pt x="1348740" y="100171"/>
                </a:lnTo>
                <a:close/>
                <a:moveTo>
                  <a:pt x="1295400" y="96361"/>
                </a:moveTo>
                <a:lnTo>
                  <a:pt x="1311592" y="96361"/>
                </a:lnTo>
                <a:lnTo>
                  <a:pt x="1311592" y="163989"/>
                </a:lnTo>
                <a:lnTo>
                  <a:pt x="1318260" y="164941"/>
                </a:lnTo>
                <a:lnTo>
                  <a:pt x="1318260" y="168751"/>
                </a:lnTo>
                <a:lnTo>
                  <a:pt x="1295400" y="168751"/>
                </a:lnTo>
                <a:lnTo>
                  <a:pt x="1295400" y="164941"/>
                </a:lnTo>
                <a:lnTo>
                  <a:pt x="1302067" y="163989"/>
                </a:lnTo>
                <a:lnTo>
                  <a:pt x="1302067" y="101124"/>
                </a:lnTo>
                <a:lnTo>
                  <a:pt x="1295400" y="100171"/>
                </a:lnTo>
                <a:close/>
                <a:moveTo>
                  <a:pt x="856297" y="96361"/>
                </a:moveTo>
                <a:lnTo>
                  <a:pt x="871537" y="96361"/>
                </a:lnTo>
                <a:lnTo>
                  <a:pt x="871537" y="126841"/>
                </a:lnTo>
                <a:cubicBezTo>
                  <a:pt x="874395" y="123031"/>
                  <a:pt x="879157" y="119221"/>
                  <a:pt x="886777" y="119221"/>
                </a:cubicBezTo>
                <a:cubicBezTo>
                  <a:pt x="898207" y="119221"/>
                  <a:pt x="904874" y="127793"/>
                  <a:pt x="903922" y="143986"/>
                </a:cubicBezTo>
                <a:cubicBezTo>
                  <a:pt x="903922" y="158274"/>
                  <a:pt x="897254" y="169703"/>
                  <a:pt x="882967" y="169703"/>
                </a:cubicBezTo>
                <a:cubicBezTo>
                  <a:pt x="876299" y="169703"/>
                  <a:pt x="872489" y="166846"/>
                  <a:pt x="868679" y="163989"/>
                </a:cubicBezTo>
                <a:lnTo>
                  <a:pt x="864870" y="169703"/>
                </a:lnTo>
                <a:lnTo>
                  <a:pt x="862012" y="169703"/>
                </a:lnTo>
                <a:lnTo>
                  <a:pt x="862012" y="101124"/>
                </a:lnTo>
                <a:lnTo>
                  <a:pt x="856297" y="100171"/>
                </a:lnTo>
                <a:close/>
                <a:moveTo>
                  <a:pt x="1256347" y="72549"/>
                </a:moveTo>
                <a:cubicBezTo>
                  <a:pt x="1255395" y="74454"/>
                  <a:pt x="1254442" y="76359"/>
                  <a:pt x="1254442" y="79217"/>
                </a:cubicBezTo>
                <a:cubicBezTo>
                  <a:pt x="1254442" y="83979"/>
                  <a:pt x="1257300" y="86837"/>
                  <a:pt x="1268730" y="86837"/>
                </a:cubicBezTo>
                <a:cubicBezTo>
                  <a:pt x="1277303" y="86837"/>
                  <a:pt x="1283017" y="84932"/>
                  <a:pt x="1283017" y="78264"/>
                </a:cubicBezTo>
                <a:cubicBezTo>
                  <a:pt x="1283017" y="73502"/>
                  <a:pt x="1278255" y="72549"/>
                  <a:pt x="1269683" y="72549"/>
                </a:cubicBezTo>
                <a:close/>
                <a:moveTo>
                  <a:pt x="179070" y="66834"/>
                </a:moveTo>
                <a:lnTo>
                  <a:pt x="282893" y="66834"/>
                </a:lnTo>
                <a:lnTo>
                  <a:pt x="277178" y="104934"/>
                </a:lnTo>
                <a:lnTo>
                  <a:pt x="173355" y="104934"/>
                </a:lnTo>
                <a:close/>
                <a:moveTo>
                  <a:pt x="1336357" y="49688"/>
                </a:moveTo>
                <a:cubicBezTo>
                  <a:pt x="1327784" y="49688"/>
                  <a:pt x="1324927" y="53499"/>
                  <a:pt x="1324927" y="59214"/>
                </a:cubicBezTo>
                <a:cubicBezTo>
                  <a:pt x="1324927" y="63976"/>
                  <a:pt x="1326832" y="66834"/>
                  <a:pt x="1331594" y="66834"/>
                </a:cubicBezTo>
                <a:cubicBezTo>
                  <a:pt x="1336357" y="66834"/>
                  <a:pt x="1341119" y="63024"/>
                  <a:pt x="1341119" y="57309"/>
                </a:cubicBezTo>
                <a:lnTo>
                  <a:pt x="1341119" y="49688"/>
                </a:lnTo>
                <a:close/>
                <a:moveTo>
                  <a:pt x="96203" y="43021"/>
                </a:moveTo>
                <a:lnTo>
                  <a:pt x="71438" y="100171"/>
                </a:lnTo>
                <a:lnTo>
                  <a:pt x="108585" y="100171"/>
                </a:lnTo>
                <a:close/>
                <a:moveTo>
                  <a:pt x="519112" y="37306"/>
                </a:moveTo>
                <a:cubicBezTo>
                  <a:pt x="495300" y="32543"/>
                  <a:pt x="474345" y="50641"/>
                  <a:pt x="467677" y="80168"/>
                </a:cubicBezTo>
                <a:cubicBezTo>
                  <a:pt x="461010" y="108743"/>
                  <a:pt x="471487" y="129698"/>
                  <a:pt x="493395" y="134461"/>
                </a:cubicBezTo>
                <a:cubicBezTo>
                  <a:pt x="517207" y="139223"/>
                  <a:pt x="538162" y="121126"/>
                  <a:pt x="544830" y="91598"/>
                </a:cubicBezTo>
                <a:cubicBezTo>
                  <a:pt x="551498" y="63976"/>
                  <a:pt x="541020" y="42068"/>
                  <a:pt x="519112" y="37306"/>
                </a:cubicBezTo>
                <a:close/>
                <a:moveTo>
                  <a:pt x="1093469" y="26829"/>
                </a:moveTo>
                <a:cubicBezTo>
                  <a:pt x="1085849" y="26829"/>
                  <a:pt x="1082991" y="33496"/>
                  <a:pt x="1082039" y="42069"/>
                </a:cubicBezTo>
                <a:lnTo>
                  <a:pt x="1102994" y="42069"/>
                </a:lnTo>
                <a:lnTo>
                  <a:pt x="1102994" y="40163"/>
                </a:lnTo>
                <a:cubicBezTo>
                  <a:pt x="1102994" y="31591"/>
                  <a:pt x="1100137" y="26829"/>
                  <a:pt x="1093469" y="26829"/>
                </a:cubicBezTo>
                <a:close/>
                <a:moveTo>
                  <a:pt x="945833" y="26828"/>
                </a:moveTo>
                <a:cubicBezTo>
                  <a:pt x="938213" y="26828"/>
                  <a:pt x="934402" y="33496"/>
                  <a:pt x="934402" y="42068"/>
                </a:cubicBezTo>
                <a:lnTo>
                  <a:pt x="955358" y="42068"/>
                </a:lnTo>
                <a:lnTo>
                  <a:pt x="955358" y="40163"/>
                </a:lnTo>
                <a:cubicBezTo>
                  <a:pt x="955358" y="31591"/>
                  <a:pt x="952500" y="26828"/>
                  <a:pt x="945833" y="26828"/>
                </a:cubicBezTo>
                <a:close/>
                <a:moveTo>
                  <a:pt x="1267778" y="25877"/>
                </a:moveTo>
                <a:cubicBezTo>
                  <a:pt x="1263015" y="25877"/>
                  <a:pt x="1259205" y="29686"/>
                  <a:pt x="1258253" y="38259"/>
                </a:cubicBezTo>
                <a:cubicBezTo>
                  <a:pt x="1258253" y="48737"/>
                  <a:pt x="1262062" y="51594"/>
                  <a:pt x="1267778" y="51594"/>
                </a:cubicBezTo>
                <a:cubicBezTo>
                  <a:pt x="1272540" y="51594"/>
                  <a:pt x="1276350" y="48737"/>
                  <a:pt x="1276350" y="38259"/>
                </a:cubicBezTo>
                <a:cubicBezTo>
                  <a:pt x="1276350" y="28734"/>
                  <a:pt x="1273492" y="25877"/>
                  <a:pt x="1267778" y="25877"/>
                </a:cubicBezTo>
                <a:close/>
                <a:moveTo>
                  <a:pt x="1161097" y="23019"/>
                </a:moveTo>
                <a:lnTo>
                  <a:pt x="1177289" y="23019"/>
                </a:lnTo>
                <a:lnTo>
                  <a:pt x="1177289" y="66834"/>
                </a:lnTo>
                <a:lnTo>
                  <a:pt x="1184910" y="67787"/>
                </a:lnTo>
                <a:lnTo>
                  <a:pt x="1184910" y="71597"/>
                </a:lnTo>
                <a:lnTo>
                  <a:pt x="1161097" y="71597"/>
                </a:lnTo>
                <a:lnTo>
                  <a:pt x="1161097" y="67787"/>
                </a:lnTo>
                <a:lnTo>
                  <a:pt x="1168717" y="66834"/>
                </a:lnTo>
                <a:lnTo>
                  <a:pt x="1168717" y="27782"/>
                </a:lnTo>
                <a:lnTo>
                  <a:pt x="1161097" y="26829"/>
                </a:lnTo>
                <a:close/>
                <a:moveTo>
                  <a:pt x="1145857" y="23019"/>
                </a:moveTo>
                <a:cubicBezTo>
                  <a:pt x="1150620" y="23019"/>
                  <a:pt x="1155382" y="25876"/>
                  <a:pt x="1155382" y="31591"/>
                </a:cubicBezTo>
                <a:cubicBezTo>
                  <a:pt x="1155382" y="37307"/>
                  <a:pt x="1152524" y="39211"/>
                  <a:pt x="1148714" y="39211"/>
                </a:cubicBezTo>
                <a:cubicBezTo>
                  <a:pt x="1144904" y="39211"/>
                  <a:pt x="1142999" y="36354"/>
                  <a:pt x="1142999" y="32544"/>
                </a:cubicBezTo>
                <a:lnTo>
                  <a:pt x="1145857" y="30639"/>
                </a:lnTo>
                <a:cubicBezTo>
                  <a:pt x="1145857" y="30639"/>
                  <a:pt x="1145857" y="29686"/>
                  <a:pt x="1145857" y="29686"/>
                </a:cubicBezTo>
                <a:cubicBezTo>
                  <a:pt x="1145857" y="28734"/>
                  <a:pt x="1144904" y="27782"/>
                  <a:pt x="1142999" y="27782"/>
                </a:cubicBezTo>
                <a:cubicBezTo>
                  <a:pt x="1138237" y="27782"/>
                  <a:pt x="1133474" y="34449"/>
                  <a:pt x="1133474" y="40164"/>
                </a:cubicBezTo>
                <a:lnTo>
                  <a:pt x="1133474" y="66834"/>
                </a:lnTo>
                <a:lnTo>
                  <a:pt x="1142999" y="67787"/>
                </a:lnTo>
                <a:lnTo>
                  <a:pt x="1142999" y="71597"/>
                </a:lnTo>
                <a:lnTo>
                  <a:pt x="1117282" y="71597"/>
                </a:lnTo>
                <a:lnTo>
                  <a:pt x="1117282" y="67787"/>
                </a:lnTo>
                <a:lnTo>
                  <a:pt x="1122997" y="66834"/>
                </a:lnTo>
                <a:lnTo>
                  <a:pt x="1122997" y="28734"/>
                </a:lnTo>
                <a:lnTo>
                  <a:pt x="1117282" y="27782"/>
                </a:lnTo>
                <a:lnTo>
                  <a:pt x="1117282" y="23971"/>
                </a:lnTo>
                <a:lnTo>
                  <a:pt x="1131570" y="23971"/>
                </a:lnTo>
                <a:lnTo>
                  <a:pt x="1132522" y="31591"/>
                </a:lnTo>
                <a:cubicBezTo>
                  <a:pt x="1134427" y="26829"/>
                  <a:pt x="1139189" y="23019"/>
                  <a:pt x="1145857" y="23019"/>
                </a:cubicBezTo>
                <a:close/>
                <a:moveTo>
                  <a:pt x="1022985" y="23019"/>
                </a:moveTo>
                <a:lnTo>
                  <a:pt x="1043940" y="23019"/>
                </a:lnTo>
                <a:lnTo>
                  <a:pt x="1043940" y="26829"/>
                </a:lnTo>
                <a:lnTo>
                  <a:pt x="1037273" y="27782"/>
                </a:lnTo>
                <a:lnTo>
                  <a:pt x="1048702" y="61119"/>
                </a:lnTo>
                <a:lnTo>
                  <a:pt x="1059180" y="27782"/>
                </a:lnTo>
                <a:lnTo>
                  <a:pt x="1052512" y="26829"/>
                </a:lnTo>
                <a:lnTo>
                  <a:pt x="1052512" y="23019"/>
                </a:lnTo>
                <a:lnTo>
                  <a:pt x="1069658" y="23019"/>
                </a:lnTo>
                <a:lnTo>
                  <a:pt x="1069658" y="26829"/>
                </a:lnTo>
                <a:lnTo>
                  <a:pt x="1064895" y="27782"/>
                </a:lnTo>
                <a:lnTo>
                  <a:pt x="1049655" y="71597"/>
                </a:lnTo>
                <a:lnTo>
                  <a:pt x="1042035" y="71597"/>
                </a:lnTo>
                <a:lnTo>
                  <a:pt x="1026795" y="27782"/>
                </a:lnTo>
                <a:lnTo>
                  <a:pt x="1022985" y="26829"/>
                </a:lnTo>
                <a:close/>
                <a:moveTo>
                  <a:pt x="998220" y="23019"/>
                </a:moveTo>
                <a:lnTo>
                  <a:pt x="1014412" y="23019"/>
                </a:lnTo>
                <a:lnTo>
                  <a:pt x="1014412" y="66834"/>
                </a:lnTo>
                <a:lnTo>
                  <a:pt x="1022033" y="67787"/>
                </a:lnTo>
                <a:lnTo>
                  <a:pt x="1022033" y="71597"/>
                </a:lnTo>
                <a:lnTo>
                  <a:pt x="998220" y="71597"/>
                </a:lnTo>
                <a:lnTo>
                  <a:pt x="998220" y="67787"/>
                </a:lnTo>
                <a:lnTo>
                  <a:pt x="1004887" y="66834"/>
                </a:lnTo>
                <a:lnTo>
                  <a:pt x="1004887" y="27782"/>
                </a:lnTo>
                <a:lnTo>
                  <a:pt x="998220" y="26829"/>
                </a:lnTo>
                <a:close/>
                <a:moveTo>
                  <a:pt x="944880" y="23018"/>
                </a:moveTo>
                <a:cubicBezTo>
                  <a:pt x="956310" y="23018"/>
                  <a:pt x="962977" y="29686"/>
                  <a:pt x="962977" y="43973"/>
                </a:cubicBezTo>
                <a:cubicBezTo>
                  <a:pt x="962977" y="44926"/>
                  <a:pt x="962977" y="46831"/>
                  <a:pt x="962977" y="47783"/>
                </a:cubicBezTo>
                <a:lnTo>
                  <a:pt x="933450" y="47783"/>
                </a:lnTo>
                <a:cubicBezTo>
                  <a:pt x="933450" y="59213"/>
                  <a:pt x="937260" y="66833"/>
                  <a:pt x="946785" y="66833"/>
                </a:cubicBezTo>
                <a:cubicBezTo>
                  <a:pt x="953452" y="66833"/>
                  <a:pt x="957263" y="63976"/>
                  <a:pt x="959167" y="58261"/>
                </a:cubicBezTo>
                <a:lnTo>
                  <a:pt x="962977" y="60166"/>
                </a:lnTo>
                <a:cubicBezTo>
                  <a:pt x="961073" y="67786"/>
                  <a:pt x="954405" y="72548"/>
                  <a:pt x="944880" y="72548"/>
                </a:cubicBezTo>
                <a:cubicBezTo>
                  <a:pt x="930592" y="72548"/>
                  <a:pt x="923925" y="62071"/>
                  <a:pt x="923925" y="47783"/>
                </a:cubicBezTo>
                <a:cubicBezTo>
                  <a:pt x="923925" y="31591"/>
                  <a:pt x="933450" y="22066"/>
                  <a:pt x="944880" y="23018"/>
                </a:cubicBezTo>
                <a:close/>
                <a:moveTo>
                  <a:pt x="1333499" y="22066"/>
                </a:moveTo>
                <a:cubicBezTo>
                  <a:pt x="1344929" y="22066"/>
                  <a:pt x="1350644" y="26829"/>
                  <a:pt x="1350644" y="40163"/>
                </a:cubicBezTo>
                <a:lnTo>
                  <a:pt x="1350644" y="63024"/>
                </a:lnTo>
                <a:cubicBezTo>
                  <a:pt x="1350644" y="67786"/>
                  <a:pt x="1351597" y="68739"/>
                  <a:pt x="1353502" y="68739"/>
                </a:cubicBezTo>
                <a:cubicBezTo>
                  <a:pt x="1354454" y="68739"/>
                  <a:pt x="1355407" y="67786"/>
                  <a:pt x="1356359" y="67786"/>
                </a:cubicBezTo>
                <a:lnTo>
                  <a:pt x="1357312" y="70644"/>
                </a:lnTo>
                <a:cubicBezTo>
                  <a:pt x="1356359" y="71596"/>
                  <a:pt x="1353502" y="72549"/>
                  <a:pt x="1350644" y="72549"/>
                </a:cubicBezTo>
                <a:cubicBezTo>
                  <a:pt x="1345882" y="72549"/>
                  <a:pt x="1343024" y="70644"/>
                  <a:pt x="1342072" y="65881"/>
                </a:cubicBezTo>
                <a:cubicBezTo>
                  <a:pt x="1339215" y="69691"/>
                  <a:pt x="1334452" y="72549"/>
                  <a:pt x="1328737" y="73501"/>
                </a:cubicBezTo>
                <a:cubicBezTo>
                  <a:pt x="1321117" y="73501"/>
                  <a:pt x="1315402" y="70644"/>
                  <a:pt x="1315402" y="61119"/>
                </a:cubicBezTo>
                <a:cubicBezTo>
                  <a:pt x="1315402" y="50641"/>
                  <a:pt x="1323974" y="46831"/>
                  <a:pt x="1335404" y="46831"/>
                </a:cubicBezTo>
                <a:lnTo>
                  <a:pt x="1342072" y="46831"/>
                </a:lnTo>
                <a:lnTo>
                  <a:pt x="1342072" y="40163"/>
                </a:lnTo>
                <a:cubicBezTo>
                  <a:pt x="1342072" y="31591"/>
                  <a:pt x="1340167" y="26829"/>
                  <a:pt x="1332547" y="26829"/>
                </a:cubicBezTo>
                <a:cubicBezTo>
                  <a:pt x="1329690" y="26829"/>
                  <a:pt x="1324927" y="26829"/>
                  <a:pt x="1324927" y="30639"/>
                </a:cubicBezTo>
                <a:cubicBezTo>
                  <a:pt x="1324927" y="30639"/>
                  <a:pt x="1324927" y="30639"/>
                  <a:pt x="1324927" y="31591"/>
                </a:cubicBezTo>
                <a:lnTo>
                  <a:pt x="1327784" y="31591"/>
                </a:lnTo>
                <a:cubicBezTo>
                  <a:pt x="1328737" y="33496"/>
                  <a:pt x="1328737" y="34449"/>
                  <a:pt x="1328737" y="35401"/>
                </a:cubicBezTo>
                <a:cubicBezTo>
                  <a:pt x="1328737" y="38259"/>
                  <a:pt x="1325879" y="40163"/>
                  <a:pt x="1323022" y="40163"/>
                </a:cubicBezTo>
                <a:cubicBezTo>
                  <a:pt x="1319212" y="40163"/>
                  <a:pt x="1317307" y="38259"/>
                  <a:pt x="1317307" y="34449"/>
                </a:cubicBezTo>
                <a:cubicBezTo>
                  <a:pt x="1317307" y="26829"/>
                  <a:pt x="1323974" y="22066"/>
                  <a:pt x="1333499" y="22066"/>
                </a:cubicBezTo>
                <a:close/>
                <a:moveTo>
                  <a:pt x="1222057" y="22066"/>
                </a:moveTo>
                <a:cubicBezTo>
                  <a:pt x="1231582" y="22066"/>
                  <a:pt x="1236345" y="26829"/>
                  <a:pt x="1236345" y="38259"/>
                </a:cubicBezTo>
                <a:lnTo>
                  <a:pt x="1236345" y="66834"/>
                </a:lnTo>
                <a:lnTo>
                  <a:pt x="1243965" y="67786"/>
                </a:lnTo>
                <a:lnTo>
                  <a:pt x="1243965" y="72549"/>
                </a:lnTo>
                <a:lnTo>
                  <a:pt x="1222057" y="72549"/>
                </a:lnTo>
                <a:lnTo>
                  <a:pt x="1222057" y="68739"/>
                </a:lnTo>
                <a:lnTo>
                  <a:pt x="1227772" y="67786"/>
                </a:lnTo>
                <a:lnTo>
                  <a:pt x="1227772" y="39211"/>
                </a:lnTo>
                <a:cubicBezTo>
                  <a:pt x="1227772" y="32544"/>
                  <a:pt x="1226820" y="28734"/>
                  <a:pt x="1219200" y="28734"/>
                </a:cubicBezTo>
                <a:cubicBezTo>
                  <a:pt x="1212532" y="28734"/>
                  <a:pt x="1206817" y="33496"/>
                  <a:pt x="1206817" y="41116"/>
                </a:cubicBezTo>
                <a:lnTo>
                  <a:pt x="1206817" y="66834"/>
                </a:lnTo>
                <a:lnTo>
                  <a:pt x="1212532" y="67786"/>
                </a:lnTo>
                <a:lnTo>
                  <a:pt x="1213485" y="67786"/>
                </a:lnTo>
                <a:lnTo>
                  <a:pt x="1213485" y="71596"/>
                </a:lnTo>
                <a:lnTo>
                  <a:pt x="1191577" y="71596"/>
                </a:lnTo>
                <a:lnTo>
                  <a:pt x="1191577" y="67786"/>
                </a:lnTo>
                <a:lnTo>
                  <a:pt x="1197292" y="66834"/>
                </a:lnTo>
                <a:lnTo>
                  <a:pt x="1197292" y="27781"/>
                </a:lnTo>
                <a:lnTo>
                  <a:pt x="1191577" y="26829"/>
                </a:lnTo>
                <a:lnTo>
                  <a:pt x="1191577" y="23019"/>
                </a:lnTo>
                <a:lnTo>
                  <a:pt x="1204912" y="23019"/>
                </a:lnTo>
                <a:lnTo>
                  <a:pt x="1205865" y="31591"/>
                </a:lnTo>
                <a:cubicBezTo>
                  <a:pt x="1207770" y="26829"/>
                  <a:pt x="1213485" y="22066"/>
                  <a:pt x="1222057" y="22066"/>
                </a:cubicBezTo>
                <a:close/>
                <a:moveTo>
                  <a:pt x="1094422" y="22066"/>
                </a:moveTo>
                <a:cubicBezTo>
                  <a:pt x="1104899" y="22066"/>
                  <a:pt x="1112519" y="28734"/>
                  <a:pt x="1111566" y="43974"/>
                </a:cubicBezTo>
                <a:cubicBezTo>
                  <a:pt x="1111566" y="44926"/>
                  <a:pt x="1111566" y="46831"/>
                  <a:pt x="1111566" y="47784"/>
                </a:cubicBezTo>
                <a:lnTo>
                  <a:pt x="1082039" y="47784"/>
                </a:lnTo>
                <a:cubicBezTo>
                  <a:pt x="1082039" y="59214"/>
                  <a:pt x="1085849" y="66834"/>
                  <a:pt x="1095374" y="66834"/>
                </a:cubicBezTo>
                <a:cubicBezTo>
                  <a:pt x="1102041" y="66834"/>
                  <a:pt x="1104899" y="63976"/>
                  <a:pt x="1107757" y="58261"/>
                </a:cubicBezTo>
                <a:lnTo>
                  <a:pt x="1111566" y="60166"/>
                </a:lnTo>
                <a:cubicBezTo>
                  <a:pt x="1109662" y="67786"/>
                  <a:pt x="1102994" y="72549"/>
                  <a:pt x="1093469" y="72549"/>
                </a:cubicBezTo>
                <a:cubicBezTo>
                  <a:pt x="1079182" y="72549"/>
                  <a:pt x="1072514" y="62071"/>
                  <a:pt x="1072514" y="47784"/>
                </a:cubicBezTo>
                <a:cubicBezTo>
                  <a:pt x="1072514" y="31591"/>
                  <a:pt x="1082039" y="22066"/>
                  <a:pt x="1094422" y="22066"/>
                </a:cubicBezTo>
                <a:close/>
                <a:moveTo>
                  <a:pt x="1287780" y="19209"/>
                </a:moveTo>
                <a:cubicBezTo>
                  <a:pt x="1288733" y="19209"/>
                  <a:pt x="1289685" y="19209"/>
                  <a:pt x="1290637" y="20161"/>
                </a:cubicBezTo>
                <a:lnTo>
                  <a:pt x="1290637" y="27782"/>
                </a:lnTo>
                <a:lnTo>
                  <a:pt x="1282065" y="28734"/>
                </a:lnTo>
                <a:cubicBezTo>
                  <a:pt x="1284922" y="30639"/>
                  <a:pt x="1286828" y="34449"/>
                  <a:pt x="1286828" y="40164"/>
                </a:cubicBezTo>
                <a:cubicBezTo>
                  <a:pt x="1286828" y="50642"/>
                  <a:pt x="1278255" y="57309"/>
                  <a:pt x="1268730" y="57309"/>
                </a:cubicBezTo>
                <a:cubicBezTo>
                  <a:pt x="1265872" y="57309"/>
                  <a:pt x="1264920" y="56357"/>
                  <a:pt x="1263015" y="56357"/>
                </a:cubicBezTo>
                <a:cubicBezTo>
                  <a:pt x="1259205" y="59214"/>
                  <a:pt x="1258253" y="61119"/>
                  <a:pt x="1258253" y="62072"/>
                </a:cubicBezTo>
                <a:cubicBezTo>
                  <a:pt x="1258253" y="63977"/>
                  <a:pt x="1259205" y="63977"/>
                  <a:pt x="1262062" y="63977"/>
                </a:cubicBezTo>
                <a:lnTo>
                  <a:pt x="1270635" y="63977"/>
                </a:lnTo>
                <a:cubicBezTo>
                  <a:pt x="1282065" y="63977"/>
                  <a:pt x="1289685" y="64929"/>
                  <a:pt x="1289685" y="76359"/>
                </a:cubicBezTo>
                <a:cubicBezTo>
                  <a:pt x="1289685" y="85884"/>
                  <a:pt x="1283970" y="91599"/>
                  <a:pt x="1265872" y="91599"/>
                </a:cubicBezTo>
                <a:cubicBezTo>
                  <a:pt x="1251585" y="91599"/>
                  <a:pt x="1246822" y="87789"/>
                  <a:pt x="1245870" y="80169"/>
                </a:cubicBezTo>
                <a:cubicBezTo>
                  <a:pt x="1245870" y="75407"/>
                  <a:pt x="1249680" y="72549"/>
                  <a:pt x="1252537" y="70644"/>
                </a:cubicBezTo>
                <a:cubicBezTo>
                  <a:pt x="1250633" y="68739"/>
                  <a:pt x="1249680" y="66834"/>
                  <a:pt x="1249680" y="64929"/>
                </a:cubicBezTo>
                <a:cubicBezTo>
                  <a:pt x="1249680" y="60167"/>
                  <a:pt x="1253490" y="57309"/>
                  <a:pt x="1258253" y="53499"/>
                </a:cubicBezTo>
                <a:cubicBezTo>
                  <a:pt x="1252537" y="51594"/>
                  <a:pt x="1249680" y="45879"/>
                  <a:pt x="1249680" y="39212"/>
                </a:cubicBezTo>
                <a:cubicBezTo>
                  <a:pt x="1249680" y="29686"/>
                  <a:pt x="1256347" y="21114"/>
                  <a:pt x="1268730" y="21114"/>
                </a:cubicBezTo>
                <a:cubicBezTo>
                  <a:pt x="1273492" y="21114"/>
                  <a:pt x="1277303" y="22066"/>
                  <a:pt x="1279208" y="23972"/>
                </a:cubicBezTo>
                <a:cubicBezTo>
                  <a:pt x="1281112" y="22066"/>
                  <a:pt x="1284922" y="19209"/>
                  <a:pt x="1287780" y="19209"/>
                </a:cubicBezTo>
                <a:close/>
                <a:moveTo>
                  <a:pt x="874395" y="7779"/>
                </a:moveTo>
                <a:lnTo>
                  <a:pt x="874395" y="66834"/>
                </a:lnTo>
                <a:lnTo>
                  <a:pt x="878205" y="66834"/>
                </a:lnTo>
                <a:cubicBezTo>
                  <a:pt x="897255" y="66834"/>
                  <a:pt x="904875" y="55404"/>
                  <a:pt x="905827" y="36354"/>
                </a:cubicBezTo>
                <a:cubicBezTo>
                  <a:pt x="905827" y="13494"/>
                  <a:pt x="896302" y="7779"/>
                  <a:pt x="877252" y="7779"/>
                </a:cubicBezTo>
                <a:close/>
                <a:moveTo>
                  <a:pt x="857250" y="3016"/>
                </a:moveTo>
                <a:lnTo>
                  <a:pt x="880110" y="3016"/>
                </a:lnTo>
                <a:cubicBezTo>
                  <a:pt x="902970" y="3016"/>
                  <a:pt x="916305" y="11589"/>
                  <a:pt x="917258" y="36354"/>
                </a:cubicBezTo>
                <a:cubicBezTo>
                  <a:pt x="917258" y="63976"/>
                  <a:pt x="900113" y="71596"/>
                  <a:pt x="878205" y="71596"/>
                </a:cubicBezTo>
                <a:lnTo>
                  <a:pt x="857250" y="71596"/>
                </a:lnTo>
                <a:lnTo>
                  <a:pt x="857250" y="67786"/>
                </a:lnTo>
                <a:lnTo>
                  <a:pt x="864870" y="66834"/>
                </a:lnTo>
                <a:lnTo>
                  <a:pt x="864870" y="7779"/>
                </a:lnTo>
                <a:lnTo>
                  <a:pt x="857250" y="6826"/>
                </a:lnTo>
                <a:close/>
                <a:moveTo>
                  <a:pt x="624840" y="3016"/>
                </a:moveTo>
                <a:lnTo>
                  <a:pt x="662940" y="3016"/>
                </a:lnTo>
                <a:lnTo>
                  <a:pt x="681990" y="96361"/>
                </a:lnTo>
                <a:lnTo>
                  <a:pt x="730567" y="3016"/>
                </a:lnTo>
                <a:lnTo>
                  <a:pt x="768667" y="3016"/>
                </a:lnTo>
                <a:lnTo>
                  <a:pt x="771525" y="168751"/>
                </a:lnTo>
                <a:lnTo>
                  <a:pt x="730567" y="168751"/>
                </a:lnTo>
                <a:lnTo>
                  <a:pt x="730567" y="71596"/>
                </a:lnTo>
                <a:lnTo>
                  <a:pt x="681990" y="168751"/>
                </a:lnTo>
                <a:lnTo>
                  <a:pt x="660082" y="168751"/>
                </a:lnTo>
                <a:lnTo>
                  <a:pt x="642937" y="71596"/>
                </a:lnTo>
                <a:lnTo>
                  <a:pt x="614362" y="168751"/>
                </a:lnTo>
                <a:lnTo>
                  <a:pt x="572452" y="168751"/>
                </a:lnTo>
                <a:close/>
                <a:moveTo>
                  <a:pt x="188595" y="3016"/>
                </a:moveTo>
                <a:lnTo>
                  <a:pt x="306705" y="3016"/>
                </a:lnTo>
                <a:lnTo>
                  <a:pt x="300990" y="42069"/>
                </a:lnTo>
                <a:lnTo>
                  <a:pt x="182880" y="42069"/>
                </a:lnTo>
                <a:close/>
                <a:moveTo>
                  <a:pt x="79058" y="3016"/>
                </a:moveTo>
                <a:lnTo>
                  <a:pt x="124778" y="3016"/>
                </a:lnTo>
                <a:lnTo>
                  <a:pt x="161925" y="168751"/>
                </a:lnTo>
                <a:lnTo>
                  <a:pt x="121920" y="168751"/>
                </a:lnTo>
                <a:lnTo>
                  <a:pt x="115253" y="136366"/>
                </a:lnTo>
                <a:lnTo>
                  <a:pt x="55245" y="136366"/>
                </a:lnTo>
                <a:lnTo>
                  <a:pt x="41910" y="168751"/>
                </a:lnTo>
                <a:lnTo>
                  <a:pt x="0" y="168751"/>
                </a:lnTo>
                <a:close/>
                <a:moveTo>
                  <a:pt x="1175385" y="2064"/>
                </a:moveTo>
                <a:cubicBezTo>
                  <a:pt x="1179195" y="2064"/>
                  <a:pt x="1182052" y="3017"/>
                  <a:pt x="1182052" y="7779"/>
                </a:cubicBezTo>
                <a:cubicBezTo>
                  <a:pt x="1182052" y="11589"/>
                  <a:pt x="1180147" y="13494"/>
                  <a:pt x="1176337" y="13494"/>
                </a:cubicBezTo>
                <a:cubicBezTo>
                  <a:pt x="1171575" y="13494"/>
                  <a:pt x="1169670" y="10637"/>
                  <a:pt x="1169670" y="7779"/>
                </a:cubicBezTo>
                <a:cubicBezTo>
                  <a:pt x="1169670" y="4922"/>
                  <a:pt x="1171575" y="2064"/>
                  <a:pt x="1175385" y="2064"/>
                </a:cubicBezTo>
                <a:close/>
                <a:moveTo>
                  <a:pt x="1009650" y="2064"/>
                </a:moveTo>
                <a:cubicBezTo>
                  <a:pt x="1013460" y="2064"/>
                  <a:pt x="1016317" y="3017"/>
                  <a:pt x="1016317" y="7779"/>
                </a:cubicBezTo>
                <a:cubicBezTo>
                  <a:pt x="1016317" y="11589"/>
                  <a:pt x="1014412" y="13494"/>
                  <a:pt x="1010602" y="13494"/>
                </a:cubicBezTo>
                <a:cubicBezTo>
                  <a:pt x="1005840" y="13494"/>
                  <a:pt x="1004887" y="10637"/>
                  <a:pt x="1003935" y="7779"/>
                </a:cubicBezTo>
                <a:cubicBezTo>
                  <a:pt x="1003935" y="4922"/>
                  <a:pt x="1005840" y="2064"/>
                  <a:pt x="1009650" y="2064"/>
                </a:cubicBezTo>
                <a:close/>
                <a:moveTo>
                  <a:pt x="384810" y="1111"/>
                </a:moveTo>
                <a:cubicBezTo>
                  <a:pt x="402907" y="1111"/>
                  <a:pt x="416242" y="4921"/>
                  <a:pt x="433387" y="14446"/>
                </a:cubicBezTo>
                <a:lnTo>
                  <a:pt x="425767" y="53499"/>
                </a:lnTo>
                <a:cubicBezTo>
                  <a:pt x="414337" y="44926"/>
                  <a:pt x="402907" y="40164"/>
                  <a:pt x="388620" y="40164"/>
                </a:cubicBezTo>
                <a:cubicBezTo>
                  <a:pt x="360045" y="40164"/>
                  <a:pt x="338137" y="60166"/>
                  <a:pt x="337185" y="87789"/>
                </a:cubicBezTo>
                <a:cubicBezTo>
                  <a:pt x="336232" y="114459"/>
                  <a:pt x="354330" y="131604"/>
                  <a:pt x="380047" y="132556"/>
                </a:cubicBezTo>
                <a:cubicBezTo>
                  <a:pt x="388620" y="132556"/>
                  <a:pt x="404812" y="131604"/>
                  <a:pt x="416242" y="126841"/>
                </a:cubicBezTo>
                <a:lnTo>
                  <a:pt x="410527" y="166846"/>
                </a:lnTo>
                <a:cubicBezTo>
                  <a:pt x="399097" y="171609"/>
                  <a:pt x="381952" y="172561"/>
                  <a:pt x="373380" y="172561"/>
                </a:cubicBezTo>
                <a:cubicBezTo>
                  <a:pt x="325755" y="172561"/>
                  <a:pt x="293370" y="139224"/>
                  <a:pt x="295275" y="90646"/>
                </a:cubicBezTo>
                <a:cubicBezTo>
                  <a:pt x="296227" y="41116"/>
                  <a:pt x="336232" y="1111"/>
                  <a:pt x="384810" y="1111"/>
                </a:cubicBezTo>
                <a:close/>
                <a:moveTo>
                  <a:pt x="968692" y="159"/>
                </a:moveTo>
                <a:lnTo>
                  <a:pt x="984885" y="159"/>
                </a:lnTo>
                <a:lnTo>
                  <a:pt x="984885" y="66834"/>
                </a:lnTo>
                <a:lnTo>
                  <a:pt x="992505" y="67787"/>
                </a:lnTo>
                <a:lnTo>
                  <a:pt x="992505" y="71597"/>
                </a:lnTo>
                <a:lnTo>
                  <a:pt x="968692" y="71597"/>
                </a:lnTo>
                <a:lnTo>
                  <a:pt x="968692" y="67787"/>
                </a:lnTo>
                <a:lnTo>
                  <a:pt x="975360" y="66834"/>
                </a:lnTo>
                <a:lnTo>
                  <a:pt x="975360" y="4922"/>
                </a:lnTo>
                <a:lnTo>
                  <a:pt x="968692" y="3969"/>
                </a:lnTo>
                <a:close/>
                <a:moveTo>
                  <a:pt x="517207" y="158"/>
                </a:moveTo>
                <a:cubicBezTo>
                  <a:pt x="561975" y="3968"/>
                  <a:pt x="590550" y="39211"/>
                  <a:pt x="584835" y="86836"/>
                </a:cubicBezTo>
                <a:cubicBezTo>
                  <a:pt x="580073" y="136366"/>
                  <a:pt x="539115" y="172561"/>
                  <a:pt x="493395" y="169703"/>
                </a:cubicBezTo>
                <a:cubicBezTo>
                  <a:pt x="448627" y="166846"/>
                  <a:pt x="421005" y="130651"/>
                  <a:pt x="425767" y="83026"/>
                </a:cubicBezTo>
                <a:cubicBezTo>
                  <a:pt x="430530" y="33496"/>
                  <a:pt x="471487" y="-2699"/>
                  <a:pt x="517207" y="158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733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1 Standard (Heading only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7AB04A6-7031-4AEE-83BC-110DC80C2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1332"/>
            <a:ext cx="11661776" cy="647692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33471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D875A-2695-8DD9-38DD-10124125B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365125"/>
            <a:ext cx="108356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EE8C7-DB3B-B725-70D4-0D2526B44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160" y="1825625"/>
            <a:ext cx="108356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0795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50" r:id="rId29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15EF2-D3DD-5B7F-32EF-6F7EBC5E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12" y="1020065"/>
            <a:ext cx="11661776" cy="2024077"/>
          </a:xfrm>
        </p:spPr>
        <p:txBody>
          <a:bodyPr>
            <a:normAutofit/>
          </a:bodyPr>
          <a:lstStyle/>
          <a:p>
            <a:pPr algn="ctr"/>
            <a:r>
              <a:rPr lang="en-US" sz="4400" b="0" dirty="0">
                <a:solidFill>
                  <a:schemeClr val="tx2"/>
                </a:solidFill>
                <a:latin typeface="Aptos Black" panose="020B0004020202020204" pitchFamily="34" charset="0"/>
              </a:rPr>
              <a:t>Clustering Knowledge Articles </a:t>
            </a:r>
            <a:br>
              <a:rPr lang="en-US" sz="4400" b="0" dirty="0">
                <a:solidFill>
                  <a:schemeClr val="tx2"/>
                </a:solidFill>
                <a:latin typeface="Aptos Black" panose="020B0004020202020204" pitchFamily="34" charset="0"/>
              </a:rPr>
            </a:br>
            <a:r>
              <a:rPr lang="en-US" sz="4400" b="0" dirty="0">
                <a:solidFill>
                  <a:schemeClr val="tx2"/>
                </a:solidFill>
                <a:latin typeface="Aptos Black" panose="020B0004020202020204" pitchFamily="34" charset="0"/>
              </a:rPr>
              <a:t>for AI-Readiness Assessment</a:t>
            </a:r>
            <a:endParaRPr lang="en-US" sz="4400" dirty="0">
              <a:solidFill>
                <a:schemeClr val="tx2"/>
              </a:solidFill>
              <a:latin typeface="Aptos Black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25DABF-199E-7D1E-5803-B700BF16AE4D}"/>
              </a:ext>
            </a:extLst>
          </p:cNvPr>
          <p:cNvSpPr/>
          <p:nvPr/>
        </p:nvSpPr>
        <p:spPr>
          <a:xfrm>
            <a:off x="3022923" y="2806861"/>
            <a:ext cx="6468318" cy="15973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An AI-Readiness Evaluation Framework for 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Knowledge Articles Using Unsupervised Learning 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Aligned with Retrieval-Augmented Generation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BB008A-6EC5-FDF6-87A6-A52FCF964935}"/>
              </a:ext>
            </a:extLst>
          </p:cNvPr>
          <p:cNvSpPr txBox="1"/>
          <p:nvPr/>
        </p:nvSpPr>
        <p:spPr>
          <a:xfrm>
            <a:off x="489032" y="5214395"/>
            <a:ext cx="6094070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b="1" dirty="0"/>
              <a:t>Capstone Project – AI &amp; Machine Learning</a:t>
            </a:r>
            <a:br>
              <a:rPr lang="en-US" dirty="0"/>
            </a:br>
            <a:r>
              <a:rPr lang="en-US" b="1" dirty="0"/>
              <a:t>Author: </a:t>
            </a:r>
            <a:r>
              <a:rPr lang="en-US" dirty="0"/>
              <a:t>Aicel Mae Alvarez Program: </a:t>
            </a:r>
          </a:p>
          <a:p>
            <a:r>
              <a:rPr lang="en-US" dirty="0"/>
              <a:t>Post Graduate Diploma in AI and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764484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E49DC-91F9-19AB-771D-7B8732DC9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 Overview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09E607-466D-D90C-9E74-B26532B29738}"/>
              </a:ext>
            </a:extLst>
          </p:cNvPr>
          <p:cNvSpPr/>
          <p:nvPr/>
        </p:nvSpPr>
        <p:spPr>
          <a:xfrm>
            <a:off x="659757" y="1089024"/>
            <a:ext cx="10012102" cy="51381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2"/>
                </a:solidFill>
              </a:rPr>
              <a:t>Source:</a:t>
            </a:r>
            <a:r>
              <a:rPr lang="en-US" dirty="0">
                <a:solidFill>
                  <a:schemeClr val="tx2"/>
                </a:solidFill>
              </a:rPr>
              <a:t> Stack Exchange public data dump</a:t>
            </a:r>
          </a:p>
          <a:p>
            <a:br>
              <a:rPr lang="en-US" dirty="0">
                <a:solidFill>
                  <a:schemeClr val="tx2"/>
                </a:solidFill>
              </a:rPr>
            </a:br>
            <a:r>
              <a:rPr lang="en-US" b="1" dirty="0">
                <a:solidFill>
                  <a:schemeClr val="tx2"/>
                </a:solidFill>
              </a:rPr>
              <a:t>Rationale: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Stack Exchange Q&amp;A posts closely resemble enterprise knowledge articles: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How-to guides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FAQs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Troubleshooting instructions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Code-heavy reference answers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b="1" dirty="0">
                <a:solidFill>
                  <a:schemeClr val="tx2"/>
                </a:solidFill>
              </a:rPr>
              <a:t>Working Sample:</a:t>
            </a:r>
            <a:endParaRPr lang="en-US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~10,000 question + accepted answer pairs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XML parsed and converted to structured tabular format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Sampling performed to fit Colab constraints</a:t>
            </a:r>
          </a:p>
          <a:p>
            <a:endParaRPr lang="en-US" b="1" dirty="0">
              <a:solidFill>
                <a:schemeClr val="tx2"/>
              </a:solidFill>
            </a:endParaRPr>
          </a:p>
          <a:p>
            <a:r>
              <a:rPr lang="en-US" b="1" dirty="0">
                <a:solidFill>
                  <a:schemeClr val="tx2"/>
                </a:solidFill>
              </a:rPr>
              <a:t>Key Limitation: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Dataset represents community-driven content, not enterprise-authored KBs.</a:t>
            </a:r>
          </a:p>
        </p:txBody>
      </p:sp>
    </p:spTree>
    <p:extLst>
      <p:ext uri="{BB962C8B-B14F-4D97-AF65-F5344CB8AC3E}">
        <p14:creationId xmlns:p14="http://schemas.microsoft.com/office/powerpoint/2010/main" val="3866361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91C68-F26F-7306-DEA8-06E4B4689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12" y="441332"/>
            <a:ext cx="11661776" cy="647692"/>
          </a:xfrm>
        </p:spPr>
        <p:txBody>
          <a:bodyPr>
            <a:normAutofit/>
          </a:bodyPr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4F62ED-A8F0-95DD-4508-7FBCDE133DF9}"/>
              </a:ext>
            </a:extLst>
          </p:cNvPr>
          <p:cNvSpPr/>
          <p:nvPr/>
        </p:nvSpPr>
        <p:spPr>
          <a:xfrm>
            <a:off x="659757" y="1089024"/>
            <a:ext cx="10012102" cy="51381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2"/>
                </a:solidFill>
              </a:rPr>
              <a:t>Clustering focused on </a:t>
            </a:r>
            <a:r>
              <a:rPr lang="en-US" b="1" dirty="0">
                <a:solidFill>
                  <a:schemeClr val="tx2"/>
                </a:solidFill>
              </a:rPr>
              <a:t>structural and instructional signals</a:t>
            </a:r>
            <a:r>
              <a:rPr lang="en-US" dirty="0">
                <a:solidFill>
                  <a:schemeClr val="tx2"/>
                </a:solidFill>
              </a:rPr>
              <a:t>, not topic semantics.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b="1" dirty="0">
                <a:solidFill>
                  <a:schemeClr val="tx2"/>
                </a:solidFill>
              </a:rPr>
              <a:t>Engineered features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Answer length and question length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Number of links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Number of bullet points / list items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Number of code blocks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Title length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Presence of tags</a:t>
            </a:r>
          </a:p>
          <a:p>
            <a:endParaRPr lang="en-US" b="1" dirty="0">
              <a:solidFill>
                <a:schemeClr val="tx2"/>
              </a:solidFill>
            </a:endParaRPr>
          </a:p>
          <a:p>
            <a:r>
              <a:rPr lang="en-US" b="1" dirty="0">
                <a:solidFill>
                  <a:schemeClr val="tx2"/>
                </a:solidFill>
              </a:rPr>
              <a:t>Rationale: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 err="1">
                <a:solidFill>
                  <a:schemeClr val="tx2"/>
                </a:solidFill>
              </a:rPr>
              <a:t>Moveworks</a:t>
            </a:r>
            <a:r>
              <a:rPr lang="en-US" dirty="0">
                <a:solidFill>
                  <a:schemeClr val="tx2"/>
                </a:solidFill>
              </a:rPr>
              <a:t>-style AI readiness depends on structure, clarity, and instructional quality rather than popularity or topic.</a:t>
            </a:r>
          </a:p>
          <a:p>
            <a:endParaRPr lang="en-US" i="1" dirty="0">
              <a:solidFill>
                <a:schemeClr val="tx2"/>
              </a:solidFill>
            </a:endParaRPr>
          </a:p>
          <a:p>
            <a:r>
              <a:rPr lang="en-US" i="1" dirty="0">
                <a:solidFill>
                  <a:schemeClr val="accent1"/>
                </a:solidFill>
              </a:rPr>
              <a:t>These features operationalize structural clarity, instructional depth, and </a:t>
            </a:r>
            <a:r>
              <a:rPr lang="en-US" i="1" dirty="0" err="1">
                <a:solidFill>
                  <a:schemeClr val="accent1"/>
                </a:solidFill>
              </a:rPr>
              <a:t>scannability</a:t>
            </a:r>
            <a:r>
              <a:rPr lang="en-US" i="1" dirty="0">
                <a:solidFill>
                  <a:schemeClr val="accent1"/>
                </a:solidFill>
              </a:rPr>
              <a:t>, which are critical for retrieval-augmented AI assistants.</a:t>
            </a:r>
          </a:p>
        </p:txBody>
      </p:sp>
    </p:spTree>
    <p:extLst>
      <p:ext uri="{BB962C8B-B14F-4D97-AF65-F5344CB8AC3E}">
        <p14:creationId xmlns:p14="http://schemas.microsoft.com/office/powerpoint/2010/main" val="3156628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C446-1D46-691F-4F4D-17798580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Preprocessing &amp; Dimensionality Reduction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A087B1-3F15-8078-FFC0-6BAE3AC5D1CD}"/>
              </a:ext>
            </a:extLst>
          </p:cNvPr>
          <p:cNvSpPr/>
          <p:nvPr/>
        </p:nvSpPr>
        <p:spPr>
          <a:xfrm>
            <a:off x="659757" y="1089024"/>
            <a:ext cx="6924164" cy="5527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2"/>
                </a:solidFill>
              </a:rPr>
              <a:t>Preprocessing steps: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Null handling and duplicate removal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Feature scaling (</a:t>
            </a:r>
            <a:r>
              <a:rPr lang="en-US" dirty="0" err="1">
                <a:solidFill>
                  <a:schemeClr val="tx2"/>
                </a:solidFill>
              </a:rPr>
              <a:t>StandardScaler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Low-variance feature removal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PCA for dimensionality reduction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b="1" dirty="0">
                <a:solidFill>
                  <a:schemeClr val="tx2"/>
                </a:solidFill>
              </a:rPr>
              <a:t>PCA Outcomes:</a:t>
            </a: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Reduced multicollinearity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Noise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Improved cluster stability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Majority of variance retained in reduced dimensions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sz="1400" dirty="0">
                <a:solidFill>
                  <a:schemeClr val="tx2"/>
                </a:solidFill>
              </a:rPr>
              <a:t>PCA-reduced structured features were selected as the primary clustering space. </a:t>
            </a:r>
          </a:p>
          <a:p>
            <a:endParaRPr lang="en-US" sz="1400" dirty="0">
              <a:solidFill>
                <a:schemeClr val="tx2"/>
              </a:solidFill>
            </a:endParaRPr>
          </a:p>
          <a:p>
            <a:r>
              <a:rPr lang="en-US" sz="1400" dirty="0">
                <a:solidFill>
                  <a:schemeClr val="tx2"/>
                </a:solidFill>
              </a:rPr>
              <a:t>PCA analysis shows that the first two components capture approximately 85% of the total variance, and the full retained components explain over 95%, confirming that the engineered structural features are highly correlated and suitable for dimensionality reduction without significant information loss.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0A6EF347-CF34-D13E-24B9-8DF0D0D7A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219" y="276672"/>
            <a:ext cx="3361081" cy="269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2BB397F-0947-390F-B2A2-5BEC66A01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220" y="3107944"/>
            <a:ext cx="3361081" cy="269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6EEAB28B-9304-A334-7C53-56DF99AB7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5918" y="5939216"/>
            <a:ext cx="3129383" cy="6771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 Unicode MS" panose="020B0604020202020204" pitchFamily="34" charset="-128"/>
              </a:rPr>
              <a:t>Number of PCA components: 6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 Unicode MS" panose="020B0604020202020204" pitchFamily="34" charset="-128"/>
              </a:rPr>
              <a:t>Cumulative explained variance (first 2): 0.8462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 Unicode MS" panose="020B0604020202020204" pitchFamily="34" charset="-128"/>
              </a:rPr>
              <a:t>Cumulative explained variance (first 5): 0.9374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Arial Unicode MS" panose="020B0604020202020204" pitchFamily="34" charset="-128"/>
              </a:rPr>
              <a:t>Cumulative explained variance (all): 0.9533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695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A58C0-0DBD-D238-F575-942533160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Clustering Models Evaluated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42A4D-0631-B058-962B-E3639602E03A}"/>
              </a:ext>
            </a:extLst>
          </p:cNvPr>
          <p:cNvSpPr txBox="1"/>
          <p:nvPr/>
        </p:nvSpPr>
        <p:spPr>
          <a:xfrm>
            <a:off x="651077" y="1909325"/>
            <a:ext cx="8203556" cy="3970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Multiple unsupervised models were evaluated to ensure robustness:</a:t>
            </a:r>
          </a:p>
          <a:p>
            <a:endParaRPr lang="en-US" dirty="0"/>
          </a:p>
          <a:p>
            <a:r>
              <a:rPr lang="en-US" b="1" dirty="0"/>
              <a:t>K-Means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Centroid-based clustering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Interpretable and scalable</a:t>
            </a:r>
          </a:p>
          <a:p>
            <a:endParaRPr lang="en-US" b="1" dirty="0"/>
          </a:p>
          <a:p>
            <a:r>
              <a:rPr lang="en-US" b="1" dirty="0"/>
              <a:t>Agglomerative Clustering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Hierarchical baseline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Explores non-spherical clusters</a:t>
            </a:r>
          </a:p>
          <a:p>
            <a:endParaRPr lang="en-US" b="1" dirty="0"/>
          </a:p>
          <a:p>
            <a:r>
              <a:rPr lang="en-US" b="1" dirty="0"/>
              <a:t>DBSCAN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Density-based clustering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Detects noise and outliers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dirty="0"/>
              <a:t>All models were evaluated using internal validation metrics.</a:t>
            </a:r>
          </a:p>
        </p:txBody>
      </p:sp>
    </p:spTree>
    <p:extLst>
      <p:ext uri="{BB962C8B-B14F-4D97-AF65-F5344CB8AC3E}">
        <p14:creationId xmlns:p14="http://schemas.microsoft.com/office/powerpoint/2010/main" val="4172806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9541F-3DED-ACD6-7A42-2301F6C2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Selection &amp; Metrics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E66ED6-3C4B-C327-62C4-20587652462A}"/>
              </a:ext>
            </a:extLst>
          </p:cNvPr>
          <p:cNvSpPr txBox="1"/>
          <p:nvPr/>
        </p:nvSpPr>
        <p:spPr>
          <a:xfrm>
            <a:off x="651076" y="1909325"/>
            <a:ext cx="8527647" cy="3970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Primary evaluation metric: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Silhouette Score</a:t>
            </a:r>
            <a:r>
              <a:rPr lang="en-US" dirty="0"/>
              <a:t> (higher is better)</a:t>
            </a:r>
          </a:p>
          <a:p>
            <a:endParaRPr lang="en-US" dirty="0"/>
          </a:p>
          <a:p>
            <a:r>
              <a:rPr lang="en-US" dirty="0"/>
              <a:t>Secondary metrics: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Davies–Bouldin Index (lower is better)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Calinski</a:t>
            </a:r>
            <a:r>
              <a:rPr lang="en-US" dirty="0"/>
              <a:t>–</a:t>
            </a:r>
            <a:r>
              <a:rPr lang="en-US" dirty="0" err="1"/>
              <a:t>Harabasz</a:t>
            </a:r>
            <a:r>
              <a:rPr lang="en-US" dirty="0"/>
              <a:t> Score (higher is better)</a:t>
            </a:r>
          </a:p>
          <a:p>
            <a:endParaRPr lang="en-US" dirty="0"/>
          </a:p>
          <a:p>
            <a:r>
              <a:rPr lang="en-US" b="1" dirty="0"/>
              <a:t>Key Result (K-Means):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 = 3 → Silhouette ≈ 0.71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k values led to rapid performance degradation</a:t>
            </a:r>
          </a:p>
          <a:p>
            <a:endParaRPr lang="en-US" dirty="0"/>
          </a:p>
          <a:p>
            <a:r>
              <a:rPr lang="en-US" b="1" dirty="0"/>
              <a:t>Decision:</a:t>
            </a:r>
            <a:br>
              <a:rPr lang="en-US" dirty="0"/>
            </a:br>
            <a:r>
              <a:rPr lang="en-US" dirty="0"/>
              <a:t>k = 2 was excluded despite high silhouette due to trivial binary segmentation.</a:t>
            </a:r>
            <a:br>
              <a:rPr lang="en-US" dirty="0"/>
            </a:br>
            <a:r>
              <a:rPr lang="en-US" dirty="0"/>
              <a:t>k = 3 provided the best balance of performance and interpretability.</a:t>
            </a:r>
          </a:p>
          <a:p>
            <a:endParaRPr lang="en-US" dirty="0"/>
          </a:p>
          <a:p>
            <a:r>
              <a:rPr lang="en-US" sz="1400" i="1" dirty="0"/>
              <a:t>Although k=2 yielded a higher silhouette score, it resulted in a trivial binary split and was excluded in favor of k=3, which provided more meaningful and actionable structural archetypes.</a:t>
            </a:r>
          </a:p>
        </p:txBody>
      </p:sp>
    </p:spTree>
    <p:extLst>
      <p:ext uri="{BB962C8B-B14F-4D97-AF65-F5344CB8AC3E}">
        <p14:creationId xmlns:p14="http://schemas.microsoft.com/office/powerpoint/2010/main" val="1624347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02489-E83F-FCFB-B781-B4F3592C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Explainability of Cluster Decisions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7A730A-E7AC-15FC-9DA8-623A411C9471}"/>
              </a:ext>
            </a:extLst>
          </p:cNvPr>
          <p:cNvSpPr txBox="1"/>
          <p:nvPr/>
        </p:nvSpPr>
        <p:spPr>
          <a:xfrm>
            <a:off x="651077" y="1192192"/>
            <a:ext cx="5147839" cy="46874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K-Means does not provide intrinsic feature importance.</a:t>
            </a:r>
          </a:p>
          <a:p>
            <a:endParaRPr lang="en-US" dirty="0"/>
          </a:p>
          <a:p>
            <a:r>
              <a:rPr lang="en-US" dirty="0"/>
              <a:t>Approach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 a Random Forest surrogate model to predict cluster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SHAP to explain surrogate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Key Drivers of Cluster Separation: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Answer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links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Bullet/step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 block density</a:t>
            </a:r>
          </a:p>
          <a:p>
            <a:endParaRPr lang="en-US" dirty="0"/>
          </a:p>
          <a:p>
            <a:r>
              <a:rPr lang="en-US" dirty="0"/>
              <a:t>SHAP confirms clusters are driven by meaningful structural signals, not noise.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3059D7F-A298-4249-4A4D-5148DB556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054" y="1261250"/>
            <a:ext cx="6041247" cy="45493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A33D49-9E3E-F832-FB2F-3F018CCD8894}"/>
              </a:ext>
            </a:extLst>
          </p:cNvPr>
          <p:cNvSpPr txBox="1"/>
          <p:nvPr/>
        </p:nvSpPr>
        <p:spPr>
          <a:xfrm>
            <a:off x="5547168" y="6416668"/>
            <a:ext cx="6907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Refer to SHAP summary plot for feature contribution distribution across clusters.</a:t>
            </a:r>
          </a:p>
        </p:txBody>
      </p:sp>
    </p:spTree>
    <p:extLst>
      <p:ext uri="{BB962C8B-B14F-4D97-AF65-F5344CB8AC3E}">
        <p14:creationId xmlns:p14="http://schemas.microsoft.com/office/powerpoint/2010/main" val="1289373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F5731-5364-FEBC-75C6-0104AA3E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Cluster Assignment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0FA32-34FC-8805-96DC-438F29260ACF}"/>
              </a:ext>
            </a:extLst>
          </p:cNvPr>
          <p:cNvSpPr txBox="1"/>
          <p:nvPr/>
        </p:nvSpPr>
        <p:spPr>
          <a:xfrm>
            <a:off x="651077" y="1909325"/>
            <a:ext cx="8203556" cy="3970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Using K-Means (k = 3), articles were assigned to clusters: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Cluster 0:</a:t>
            </a:r>
            <a:r>
              <a:rPr lang="en-US" dirty="0"/>
              <a:t> 9,315 articles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Cluster 1:</a:t>
            </a:r>
            <a:r>
              <a:rPr lang="en-US" dirty="0"/>
              <a:t> 504 articles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Cluster 2:</a:t>
            </a:r>
            <a:r>
              <a:rPr lang="en-US" dirty="0"/>
              <a:t> 181 articles</a:t>
            </a:r>
          </a:p>
          <a:p>
            <a:endParaRPr lang="en-US" dirty="0"/>
          </a:p>
          <a:p>
            <a:r>
              <a:rPr lang="en-US" b="1" dirty="0"/>
              <a:t>Observation: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Cluster imbalance is expected in real-world knowledge bases and reflects the rarity of highly structured, AI-ready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Cluster labels are nominal and do not imply ordinal ranking.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Clusters represent structural archetypes rather than quality rankings.</a:t>
            </a:r>
          </a:p>
        </p:txBody>
      </p:sp>
    </p:spTree>
    <p:extLst>
      <p:ext uri="{BB962C8B-B14F-4D97-AF65-F5344CB8AC3E}">
        <p14:creationId xmlns:p14="http://schemas.microsoft.com/office/powerpoint/2010/main" val="3001456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B2659-FC69-5DCC-2B3D-FC8151E6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Ethical AI &amp; Bias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A64B5B-1525-E128-A66C-152F25B10530}"/>
              </a:ext>
            </a:extLst>
          </p:cNvPr>
          <p:cNvSpPr txBox="1"/>
          <p:nvPr/>
        </p:nvSpPr>
        <p:spPr>
          <a:xfrm>
            <a:off x="651077" y="1909325"/>
            <a:ext cx="10240700" cy="3970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No demographic attributes were available in the dataset.</a:t>
            </a:r>
          </a:p>
          <a:p>
            <a:endParaRPr lang="en-US" dirty="0"/>
          </a:p>
          <a:p>
            <a:r>
              <a:rPr lang="en-US" dirty="0"/>
              <a:t>Bias audits were performed using proxy-sensitive groups: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Content age (cohort)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Engagement level (view count quartiles)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Code-heaviness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Topic proxies (primary tags)</a:t>
            </a:r>
          </a:p>
          <a:p>
            <a:endParaRPr lang="en-US" b="1" dirty="0"/>
          </a:p>
          <a:p>
            <a:r>
              <a:rPr lang="en-US" b="1" dirty="0"/>
              <a:t>Findings: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temporal bias detected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Structural bias observed across engagement and code-heavy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 lies in misuse of clusters as absolute quality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38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7A687-9926-14FF-38B2-F2AA82CFA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D2A8F4-225D-B858-D672-F8FA6E6F9E1F}"/>
              </a:ext>
            </a:extLst>
          </p:cNvPr>
          <p:cNvSpPr txBox="1"/>
          <p:nvPr/>
        </p:nvSpPr>
        <p:spPr>
          <a:xfrm>
            <a:off x="512179" y="2274838"/>
            <a:ext cx="9036935" cy="2308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ground-truth labels for AI readiness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Fairness analysis relies on proxy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Stack Exchange content differs from enterprise-authored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Clustering captures structure, not semantic correctness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These limitations are explicitly documented and mitigated through careful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3993495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FB600-E3D6-3F07-E5E1-C1D03DA8D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C38262-2D4A-98D6-5A6F-65CE6435510E}"/>
              </a:ext>
            </a:extLst>
          </p:cNvPr>
          <p:cNvSpPr txBox="1"/>
          <p:nvPr/>
        </p:nvSpPr>
        <p:spPr>
          <a:xfrm>
            <a:off x="844952" y="1988364"/>
            <a:ext cx="8296154" cy="2308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This project demonstrates an end-to-end unsupervised ML pipeline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Structurally clustering knowledge articles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Explaining cluster behavior using SHAP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Auditing ethical risks and bias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The approach is robust, interpretable, and directly applicable to AI-readiness assessment in enterprise knowledge management systems.</a:t>
            </a:r>
          </a:p>
        </p:txBody>
      </p:sp>
    </p:spTree>
    <p:extLst>
      <p:ext uri="{BB962C8B-B14F-4D97-AF65-F5344CB8AC3E}">
        <p14:creationId xmlns:p14="http://schemas.microsoft.com/office/powerpoint/2010/main" val="998166621"/>
      </p:ext>
    </p:extLst>
  </p:cSld>
  <p:clrMapOvr>
    <a:masterClrMapping/>
  </p:clrMapOvr>
</p:sld>
</file>

<file path=ppt/theme/theme1.xml><?xml version="1.0" encoding="utf-8"?>
<a:theme xmlns:a="http://schemas.openxmlformats.org/drawingml/2006/main" name="GBS Template">
  <a:themeElements>
    <a:clrScheme name="GBS AECOM">
      <a:dk1>
        <a:srgbClr val="000000"/>
      </a:dk1>
      <a:lt1>
        <a:srgbClr val="FFFFFF"/>
      </a:lt1>
      <a:dk2>
        <a:srgbClr val="00353E"/>
      </a:dk2>
      <a:lt2>
        <a:srgbClr val="DAD7CB"/>
      </a:lt2>
      <a:accent1>
        <a:srgbClr val="008768"/>
      </a:accent1>
      <a:accent2>
        <a:srgbClr val="AECA53"/>
      </a:accent2>
      <a:accent3>
        <a:srgbClr val="009A9B"/>
      </a:accent3>
      <a:accent4>
        <a:srgbClr val="FECE00"/>
      </a:accent4>
      <a:accent5>
        <a:srgbClr val="E52713"/>
      </a:accent5>
      <a:accent6>
        <a:srgbClr val="C70A6F"/>
      </a:accent6>
      <a:hlink>
        <a:srgbClr val="008668"/>
      </a:hlink>
      <a:folHlink>
        <a:srgbClr val="00876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BS Template" id="{B55F5BB1-502D-418C-B8DC-240EA678709D}" vid="{40E10AD0-4004-4A3B-8437-8650B5A9A49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GBS Template</Template>
  <TotalTime>44</TotalTime>
  <Words>781</Words>
  <Application>Microsoft Office PowerPoint</Application>
  <PresentationFormat>Widescreen</PresentationFormat>
  <Paragraphs>145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Unicode MS</vt:lpstr>
      <vt:lpstr>AECOM Sans</vt:lpstr>
      <vt:lpstr>Aptos Black</vt:lpstr>
      <vt:lpstr>Arial</vt:lpstr>
      <vt:lpstr>GBS Template</vt:lpstr>
      <vt:lpstr>Clustering Knowledge Articles  for AI-Readiness Assessment</vt:lpstr>
      <vt:lpstr>Dataset Overview</vt:lpstr>
      <vt:lpstr>Feature Engineering</vt:lpstr>
      <vt:lpstr>Data Preprocessing &amp; Dimensionality Reduction</vt:lpstr>
      <vt:lpstr>Clustering Models Evaluated</vt:lpstr>
      <vt:lpstr>Model Selection &amp; Metrics</vt:lpstr>
      <vt:lpstr>Explainability of Cluster Decisions</vt:lpstr>
      <vt:lpstr>Final Cluster Assignment</vt:lpstr>
      <vt:lpstr>Ethical AI &amp; Bias Analysis</vt:lpstr>
      <vt:lpstr>Limitations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Alvarez, Aicel</dc:creator>
  <cp:lastModifiedBy>Alvarez, Aicel</cp:lastModifiedBy>
  <cp:revision>1</cp:revision>
  <dcterms:created xsi:type="dcterms:W3CDTF">2026-01-05T16:07:55Z</dcterms:created>
  <dcterms:modified xsi:type="dcterms:W3CDTF">2026-01-05T16:52:21Z</dcterms:modified>
</cp:coreProperties>
</file>