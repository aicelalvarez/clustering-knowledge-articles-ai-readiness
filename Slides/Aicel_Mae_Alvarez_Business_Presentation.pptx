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C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7DA2EF-F85B-40FD-BF8B-94DBC981552B}" v="27" dt="2026-01-05T18:15:07.7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52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varez, Aicel" userId="ed41ae6e-235e-456a-8557-4808c356362a" providerId="ADAL" clId="{35418E11-0492-4030-8637-AB447CB60CA8}"/>
    <pc:docChg chg="undo custSel modSld">
      <pc:chgData name="Alvarez, Aicel" userId="ed41ae6e-235e-456a-8557-4808c356362a" providerId="ADAL" clId="{35418E11-0492-4030-8637-AB447CB60CA8}" dt="2026-01-05T18:17:19.533" v="298" actId="1076"/>
      <pc:docMkLst>
        <pc:docMk/>
      </pc:docMkLst>
      <pc:sldChg chg="addSp modSp mod">
        <pc:chgData name="Alvarez, Aicel" userId="ed41ae6e-235e-456a-8557-4808c356362a" providerId="ADAL" clId="{35418E11-0492-4030-8637-AB447CB60CA8}" dt="2026-01-05T17:57:55.828" v="97" actId="171"/>
        <pc:sldMkLst>
          <pc:docMk/>
          <pc:sldMk cId="4088440702" sldId="258"/>
        </pc:sldMkLst>
        <pc:spChg chg="mod">
          <ac:chgData name="Alvarez, Aicel" userId="ed41ae6e-235e-456a-8557-4808c356362a" providerId="ADAL" clId="{35418E11-0492-4030-8637-AB447CB60CA8}" dt="2026-01-05T17:47:32.276" v="0" actId="207"/>
          <ac:spMkLst>
            <pc:docMk/>
            <pc:sldMk cId="4088440702" sldId="258"/>
            <ac:spMk id="4" creationId="{AD6D2026-31EB-9256-9F17-6AE6687F6A5A}"/>
          </ac:spMkLst>
        </pc:spChg>
        <pc:picChg chg="add mod">
          <ac:chgData name="Alvarez, Aicel" userId="ed41ae6e-235e-456a-8557-4808c356362a" providerId="ADAL" clId="{35418E11-0492-4030-8637-AB447CB60CA8}" dt="2026-01-05T17:57:55.828" v="97" actId="171"/>
          <ac:picMkLst>
            <pc:docMk/>
            <pc:sldMk cId="4088440702" sldId="258"/>
            <ac:picMk id="1027" creationId="{9814A23D-09DF-249B-1087-DB031123CE37}"/>
          </ac:picMkLst>
        </pc:picChg>
      </pc:sldChg>
      <pc:sldChg chg="addSp delSp modSp mod setBg">
        <pc:chgData name="Alvarez, Aicel" userId="ed41ae6e-235e-456a-8557-4808c356362a" providerId="ADAL" clId="{35418E11-0492-4030-8637-AB447CB60CA8}" dt="2026-01-05T18:03:24.798" v="173" actId="1076"/>
        <pc:sldMkLst>
          <pc:docMk/>
          <pc:sldMk cId="3891470028" sldId="259"/>
        </pc:sldMkLst>
        <pc:spChg chg="mod">
          <ac:chgData name="Alvarez, Aicel" userId="ed41ae6e-235e-456a-8557-4808c356362a" providerId="ADAL" clId="{35418E11-0492-4030-8637-AB447CB60CA8}" dt="2026-01-05T18:02:41.187" v="168" actId="1076"/>
          <ac:spMkLst>
            <pc:docMk/>
            <pc:sldMk cId="3891470028" sldId="259"/>
            <ac:spMk id="4" creationId="{10286068-5B73-9167-9C56-6D4E9CE7CAC7}"/>
          </ac:spMkLst>
        </pc:spChg>
        <pc:spChg chg="mod">
          <ac:chgData name="Alvarez, Aicel" userId="ed41ae6e-235e-456a-8557-4808c356362a" providerId="ADAL" clId="{35418E11-0492-4030-8637-AB447CB60CA8}" dt="2026-01-05T18:03:24.798" v="173" actId="1076"/>
          <ac:spMkLst>
            <pc:docMk/>
            <pc:sldMk cId="3891470028" sldId="259"/>
            <ac:spMk id="7" creationId="{BEB055D1-93B3-3553-8F32-02C24BDCF12C}"/>
          </ac:spMkLst>
        </pc:spChg>
        <pc:picChg chg="add del mod">
          <ac:chgData name="Alvarez, Aicel" userId="ed41ae6e-235e-456a-8557-4808c356362a" providerId="ADAL" clId="{35418E11-0492-4030-8637-AB447CB60CA8}" dt="2026-01-05T17:59:49.705" v="104" actId="478"/>
          <ac:picMkLst>
            <pc:docMk/>
            <pc:sldMk cId="3891470028" sldId="259"/>
            <ac:picMk id="9" creationId="{A113EE01-62CA-4985-29B0-4B2C2A573425}"/>
          </ac:picMkLst>
        </pc:picChg>
        <pc:picChg chg="add mod ord modCrop">
          <ac:chgData name="Alvarez, Aicel" userId="ed41ae6e-235e-456a-8557-4808c356362a" providerId="ADAL" clId="{35418E11-0492-4030-8637-AB447CB60CA8}" dt="2026-01-05T18:03:05.192" v="171" actId="732"/>
          <ac:picMkLst>
            <pc:docMk/>
            <pc:sldMk cId="3891470028" sldId="259"/>
            <ac:picMk id="11" creationId="{ECE8B8AB-CD92-172C-F481-C14E1E3737A4}"/>
          </ac:picMkLst>
        </pc:picChg>
      </pc:sldChg>
      <pc:sldChg chg="modSp mod">
        <pc:chgData name="Alvarez, Aicel" userId="ed41ae6e-235e-456a-8557-4808c356362a" providerId="ADAL" clId="{35418E11-0492-4030-8637-AB447CB60CA8}" dt="2026-01-05T18:04:49.875" v="223" actId="1076"/>
        <pc:sldMkLst>
          <pc:docMk/>
          <pc:sldMk cId="1083696992" sldId="260"/>
        </pc:sldMkLst>
        <pc:spChg chg="mod">
          <ac:chgData name="Alvarez, Aicel" userId="ed41ae6e-235e-456a-8557-4808c356362a" providerId="ADAL" clId="{35418E11-0492-4030-8637-AB447CB60CA8}" dt="2026-01-05T18:04:45.081" v="222" actId="1076"/>
          <ac:spMkLst>
            <pc:docMk/>
            <pc:sldMk cId="1083696992" sldId="260"/>
            <ac:spMk id="3" creationId="{B6720C34-2E97-B5FC-FA15-949AEC4AC3AE}"/>
          </ac:spMkLst>
        </pc:spChg>
        <pc:spChg chg="mod">
          <ac:chgData name="Alvarez, Aicel" userId="ed41ae6e-235e-456a-8557-4808c356362a" providerId="ADAL" clId="{35418E11-0492-4030-8637-AB447CB60CA8}" dt="2026-01-05T18:04:49.875" v="223" actId="1076"/>
          <ac:spMkLst>
            <pc:docMk/>
            <pc:sldMk cId="1083696992" sldId="260"/>
            <ac:spMk id="5" creationId="{313CA7DA-58DA-7BEA-8E42-CEFE846D9838}"/>
          </ac:spMkLst>
        </pc:spChg>
        <pc:graphicFrameChg chg="mod modGraphic">
          <ac:chgData name="Alvarez, Aicel" userId="ed41ae6e-235e-456a-8557-4808c356362a" providerId="ADAL" clId="{35418E11-0492-4030-8637-AB447CB60CA8}" dt="2026-01-05T18:04:34.132" v="218" actId="1076"/>
          <ac:graphicFrameMkLst>
            <pc:docMk/>
            <pc:sldMk cId="1083696992" sldId="260"/>
            <ac:graphicFrameMk id="4" creationId="{D4625E18-79EE-35D6-52BB-717A0E304CCD}"/>
          </ac:graphicFrameMkLst>
        </pc:graphicFrameChg>
      </pc:sldChg>
      <pc:sldChg chg="modSp mod">
        <pc:chgData name="Alvarez, Aicel" userId="ed41ae6e-235e-456a-8557-4808c356362a" providerId="ADAL" clId="{35418E11-0492-4030-8637-AB447CB60CA8}" dt="2026-01-05T18:16:26.064" v="296" actId="20577"/>
        <pc:sldMkLst>
          <pc:docMk/>
          <pc:sldMk cId="3364755574" sldId="261"/>
        </pc:sldMkLst>
        <pc:spChg chg="mod">
          <ac:chgData name="Alvarez, Aicel" userId="ed41ae6e-235e-456a-8557-4808c356362a" providerId="ADAL" clId="{35418E11-0492-4030-8637-AB447CB60CA8}" dt="2026-01-05T18:16:26.064" v="296" actId="20577"/>
          <ac:spMkLst>
            <pc:docMk/>
            <pc:sldMk cId="3364755574" sldId="261"/>
            <ac:spMk id="3" creationId="{F374FE84-E697-9B0C-49B5-5C9352E4FA2B}"/>
          </ac:spMkLst>
        </pc:spChg>
        <pc:spChg chg="mod">
          <ac:chgData name="Alvarez, Aicel" userId="ed41ae6e-235e-456a-8557-4808c356362a" providerId="ADAL" clId="{35418E11-0492-4030-8637-AB447CB60CA8}" dt="2026-01-05T18:16:13.876" v="295" actId="20577"/>
          <ac:spMkLst>
            <pc:docMk/>
            <pc:sldMk cId="3364755574" sldId="261"/>
            <ac:spMk id="10" creationId="{5E7713F7-218D-BA14-8734-A10460F7F59D}"/>
          </ac:spMkLst>
        </pc:spChg>
      </pc:sldChg>
      <pc:sldChg chg="addSp delSp modSp mod">
        <pc:chgData name="Alvarez, Aicel" userId="ed41ae6e-235e-456a-8557-4808c356362a" providerId="ADAL" clId="{35418E11-0492-4030-8637-AB447CB60CA8}" dt="2026-01-05T17:53:56.436" v="65" actId="1076"/>
        <pc:sldMkLst>
          <pc:docMk/>
          <pc:sldMk cId="3472045189" sldId="262"/>
        </pc:sldMkLst>
        <pc:spChg chg="mod">
          <ac:chgData name="Alvarez, Aicel" userId="ed41ae6e-235e-456a-8557-4808c356362a" providerId="ADAL" clId="{35418E11-0492-4030-8637-AB447CB60CA8}" dt="2026-01-05T17:53:07.192" v="30" actId="15"/>
          <ac:spMkLst>
            <pc:docMk/>
            <pc:sldMk cId="3472045189" sldId="262"/>
            <ac:spMk id="7" creationId="{6809F722-CAAE-7636-6288-1DF1AC33E09F}"/>
          </ac:spMkLst>
        </pc:spChg>
        <pc:spChg chg="del">
          <ac:chgData name="Alvarez, Aicel" userId="ed41ae6e-235e-456a-8557-4808c356362a" providerId="ADAL" clId="{35418E11-0492-4030-8637-AB447CB60CA8}" dt="2026-01-05T17:48:52.630" v="1" actId="478"/>
          <ac:spMkLst>
            <pc:docMk/>
            <pc:sldMk cId="3472045189" sldId="262"/>
            <ac:spMk id="8" creationId="{DAF78EB3-EE8D-B19C-7B59-13AA2AE96121}"/>
          </ac:spMkLst>
        </pc:spChg>
        <pc:spChg chg="del">
          <ac:chgData name="Alvarez, Aicel" userId="ed41ae6e-235e-456a-8557-4808c356362a" providerId="ADAL" clId="{35418E11-0492-4030-8637-AB447CB60CA8}" dt="2026-01-05T17:48:57.990" v="2" actId="478"/>
          <ac:spMkLst>
            <pc:docMk/>
            <pc:sldMk cId="3472045189" sldId="262"/>
            <ac:spMk id="13" creationId="{2D89D8DF-4E02-7993-5944-F0DAE0E01FDE}"/>
          </ac:spMkLst>
        </pc:spChg>
        <pc:spChg chg="add mod">
          <ac:chgData name="Alvarez, Aicel" userId="ed41ae6e-235e-456a-8557-4808c356362a" providerId="ADAL" clId="{35418E11-0492-4030-8637-AB447CB60CA8}" dt="2026-01-05T17:53:47.178" v="63" actId="1076"/>
          <ac:spMkLst>
            <pc:docMk/>
            <pc:sldMk cId="3472045189" sldId="262"/>
            <ac:spMk id="20" creationId="{3E9C9A34-DCCD-0D72-6776-0FFDE9573611}"/>
          </ac:spMkLst>
        </pc:spChg>
        <pc:spChg chg="add mod">
          <ac:chgData name="Alvarez, Aicel" userId="ed41ae6e-235e-456a-8557-4808c356362a" providerId="ADAL" clId="{35418E11-0492-4030-8637-AB447CB60CA8}" dt="2026-01-05T17:53:39.682" v="62" actId="6549"/>
          <ac:spMkLst>
            <pc:docMk/>
            <pc:sldMk cId="3472045189" sldId="262"/>
            <ac:spMk id="21" creationId="{07C93A2F-AE79-8D6F-B1F6-DD98D18FE10B}"/>
          </ac:spMkLst>
        </pc:spChg>
        <pc:picChg chg="mod modCrop">
          <ac:chgData name="Alvarez, Aicel" userId="ed41ae6e-235e-456a-8557-4808c356362a" providerId="ADAL" clId="{35418E11-0492-4030-8637-AB447CB60CA8}" dt="2026-01-05T17:50:06.310" v="12" actId="732"/>
          <ac:picMkLst>
            <pc:docMk/>
            <pc:sldMk cId="3472045189" sldId="262"/>
            <ac:picMk id="12" creationId="{EA588A4D-A16B-909F-3AD8-552222317B7F}"/>
          </ac:picMkLst>
        </pc:picChg>
        <pc:picChg chg="add mod">
          <ac:chgData name="Alvarez, Aicel" userId="ed41ae6e-235e-456a-8557-4808c356362a" providerId="ADAL" clId="{35418E11-0492-4030-8637-AB447CB60CA8}" dt="2026-01-05T17:52:34.383" v="20" actId="1076"/>
          <ac:picMkLst>
            <pc:docMk/>
            <pc:sldMk cId="3472045189" sldId="262"/>
            <ac:picMk id="15" creationId="{0F6AE31D-B668-146D-37AB-59003BD2F00D}"/>
          </ac:picMkLst>
        </pc:picChg>
        <pc:picChg chg="add mod">
          <ac:chgData name="Alvarez, Aicel" userId="ed41ae6e-235e-456a-8557-4808c356362a" providerId="ADAL" clId="{35418E11-0492-4030-8637-AB447CB60CA8}" dt="2026-01-05T17:53:56.436" v="65" actId="1076"/>
          <ac:picMkLst>
            <pc:docMk/>
            <pc:sldMk cId="3472045189" sldId="262"/>
            <ac:picMk id="17" creationId="{A27FFA16-66C1-057F-5F3C-652CC3C29DD8}"/>
          </ac:picMkLst>
        </pc:picChg>
        <pc:picChg chg="add mod">
          <ac:chgData name="Alvarez, Aicel" userId="ed41ae6e-235e-456a-8557-4808c356362a" providerId="ADAL" clId="{35418E11-0492-4030-8637-AB447CB60CA8}" dt="2026-01-05T17:53:51.285" v="64" actId="1076"/>
          <ac:picMkLst>
            <pc:docMk/>
            <pc:sldMk cId="3472045189" sldId="262"/>
            <ac:picMk id="19" creationId="{3265F406-7347-08B6-2685-E2DA97410001}"/>
          </ac:picMkLst>
        </pc:picChg>
      </pc:sldChg>
      <pc:sldChg chg="addSp modSp mod">
        <pc:chgData name="Alvarez, Aicel" userId="ed41ae6e-235e-456a-8557-4808c356362a" providerId="ADAL" clId="{35418E11-0492-4030-8637-AB447CB60CA8}" dt="2026-01-05T17:54:47.041" v="74" actId="404"/>
        <pc:sldMkLst>
          <pc:docMk/>
          <pc:sldMk cId="2875717330" sldId="263"/>
        </pc:sldMkLst>
        <pc:spChg chg="add mod">
          <ac:chgData name="Alvarez, Aicel" userId="ed41ae6e-235e-456a-8557-4808c356362a" providerId="ADAL" clId="{35418E11-0492-4030-8637-AB447CB60CA8}" dt="2026-01-05T17:54:47.041" v="74" actId="404"/>
          <ac:spMkLst>
            <pc:docMk/>
            <pc:sldMk cId="2875717330" sldId="263"/>
            <ac:spMk id="14" creationId="{5FBA2FDC-14DB-4687-6A3F-D2855454EA55}"/>
          </ac:spMkLst>
        </pc:spChg>
      </pc:sldChg>
      <pc:sldChg chg="addSp delSp modSp mod">
        <pc:chgData name="Alvarez, Aicel" userId="ed41ae6e-235e-456a-8557-4808c356362a" providerId="ADAL" clId="{35418E11-0492-4030-8637-AB447CB60CA8}" dt="2026-01-05T18:15:38.288" v="291" actId="478"/>
        <pc:sldMkLst>
          <pc:docMk/>
          <pc:sldMk cId="176452664" sldId="265"/>
        </pc:sldMkLst>
        <pc:spChg chg="mod">
          <ac:chgData name="Alvarez, Aicel" userId="ed41ae6e-235e-456a-8557-4808c356362a" providerId="ADAL" clId="{35418E11-0492-4030-8637-AB447CB60CA8}" dt="2026-01-05T18:10:20.094" v="241" actId="1076"/>
          <ac:spMkLst>
            <pc:docMk/>
            <pc:sldMk cId="176452664" sldId="265"/>
            <ac:spMk id="3" creationId="{B27519B0-8F1F-03EC-830B-B58985823E35}"/>
          </ac:spMkLst>
        </pc:spChg>
        <pc:picChg chg="add del mod">
          <ac:chgData name="Alvarez, Aicel" userId="ed41ae6e-235e-456a-8557-4808c356362a" providerId="ADAL" clId="{35418E11-0492-4030-8637-AB447CB60CA8}" dt="2026-01-05T18:15:15.730" v="283" actId="478"/>
          <ac:picMkLst>
            <pc:docMk/>
            <pc:sldMk cId="176452664" sldId="265"/>
            <ac:picMk id="7" creationId="{28AAF039-4E80-7AE1-8596-2F899DEBD685}"/>
          </ac:picMkLst>
        </pc:picChg>
        <pc:picChg chg="add mod">
          <ac:chgData name="Alvarez, Aicel" userId="ed41ae6e-235e-456a-8557-4808c356362a" providerId="ADAL" clId="{35418E11-0492-4030-8637-AB447CB60CA8}" dt="2026-01-05T18:14:25.505" v="278" actId="27349"/>
          <ac:picMkLst>
            <pc:docMk/>
            <pc:sldMk cId="176452664" sldId="265"/>
            <ac:picMk id="9" creationId="{F41389F2-7CA0-60FC-0FAB-E74B140C2A92}"/>
          </ac:picMkLst>
        </pc:picChg>
        <pc:picChg chg="add del mod">
          <ac:chgData name="Alvarez, Aicel" userId="ed41ae6e-235e-456a-8557-4808c356362a" providerId="ADAL" clId="{35418E11-0492-4030-8637-AB447CB60CA8}" dt="2026-01-05T18:13:38.625" v="268" actId="478"/>
          <ac:picMkLst>
            <pc:docMk/>
            <pc:sldMk cId="176452664" sldId="265"/>
            <ac:picMk id="11" creationId="{C9F675F9-BE52-5D5F-9ED5-CD0FC85EA2EC}"/>
          </ac:picMkLst>
        </pc:picChg>
        <pc:picChg chg="add mod">
          <ac:chgData name="Alvarez, Aicel" userId="ed41ae6e-235e-456a-8557-4808c356362a" providerId="ADAL" clId="{35418E11-0492-4030-8637-AB447CB60CA8}" dt="2026-01-05T18:14:16.172" v="275" actId="207"/>
          <ac:picMkLst>
            <pc:docMk/>
            <pc:sldMk cId="176452664" sldId="265"/>
            <ac:picMk id="13" creationId="{4C3AD408-BA72-4F88-FC9D-F61C7E912FAD}"/>
          </ac:picMkLst>
        </pc:picChg>
        <pc:picChg chg="add del mod">
          <ac:chgData name="Alvarez, Aicel" userId="ed41ae6e-235e-456a-8557-4808c356362a" providerId="ADAL" clId="{35418E11-0492-4030-8637-AB447CB60CA8}" dt="2026-01-05T18:12:57.473" v="256" actId="478"/>
          <ac:picMkLst>
            <pc:docMk/>
            <pc:sldMk cId="176452664" sldId="265"/>
            <ac:picMk id="15" creationId="{FF266CB1-FFB9-32A7-F8C4-161BDE93169D}"/>
          </ac:picMkLst>
        </pc:picChg>
        <pc:picChg chg="add del mod">
          <ac:chgData name="Alvarez, Aicel" userId="ed41ae6e-235e-456a-8557-4808c356362a" providerId="ADAL" clId="{35418E11-0492-4030-8637-AB447CB60CA8}" dt="2026-01-05T18:12:56.304" v="255" actId="478"/>
          <ac:picMkLst>
            <pc:docMk/>
            <pc:sldMk cId="176452664" sldId="265"/>
            <ac:picMk id="17" creationId="{0D9F5106-B201-3505-3D1C-B9689799E72B}"/>
          </ac:picMkLst>
        </pc:picChg>
        <pc:picChg chg="add mod">
          <ac:chgData name="Alvarez, Aicel" userId="ed41ae6e-235e-456a-8557-4808c356362a" providerId="ADAL" clId="{35418E11-0492-4030-8637-AB447CB60CA8}" dt="2026-01-05T18:14:20.729" v="276" actId="27349"/>
          <ac:picMkLst>
            <pc:docMk/>
            <pc:sldMk cId="176452664" sldId="265"/>
            <ac:picMk id="19" creationId="{7A487159-5948-AE9C-9E2D-9DDC73314669}"/>
          </ac:picMkLst>
        </pc:picChg>
        <pc:picChg chg="add mod">
          <ac:chgData name="Alvarez, Aicel" userId="ed41ae6e-235e-456a-8557-4808c356362a" providerId="ADAL" clId="{35418E11-0492-4030-8637-AB447CB60CA8}" dt="2026-01-05T18:15:36.780" v="290" actId="207"/>
          <ac:picMkLst>
            <pc:docMk/>
            <pc:sldMk cId="176452664" sldId="265"/>
            <ac:picMk id="21" creationId="{BF4BBD0B-6228-8221-3900-9D3B46F2705D}"/>
          </ac:picMkLst>
        </pc:picChg>
        <pc:picChg chg="add del mod">
          <ac:chgData name="Alvarez, Aicel" userId="ed41ae6e-235e-456a-8557-4808c356362a" providerId="ADAL" clId="{35418E11-0492-4030-8637-AB447CB60CA8}" dt="2026-01-05T18:15:38.288" v="291" actId="478"/>
          <ac:picMkLst>
            <pc:docMk/>
            <pc:sldMk cId="176452664" sldId="265"/>
            <ac:picMk id="23" creationId="{4952BE4A-2B4B-8E7C-57A9-7D20E9A824BB}"/>
          </ac:picMkLst>
        </pc:picChg>
      </pc:sldChg>
      <pc:sldChg chg="modSp mod">
        <pc:chgData name="Alvarez, Aicel" userId="ed41ae6e-235e-456a-8557-4808c356362a" providerId="ADAL" clId="{35418E11-0492-4030-8637-AB447CB60CA8}" dt="2026-01-05T18:17:19.533" v="298" actId="1076"/>
        <pc:sldMkLst>
          <pc:docMk/>
          <pc:sldMk cId="729980147" sldId="266"/>
        </pc:sldMkLst>
        <pc:spChg chg="mod">
          <ac:chgData name="Alvarez, Aicel" userId="ed41ae6e-235e-456a-8557-4808c356362a" providerId="ADAL" clId="{35418E11-0492-4030-8637-AB447CB60CA8}" dt="2026-01-05T17:55:25.750" v="91" actId="20577"/>
          <ac:spMkLst>
            <pc:docMk/>
            <pc:sldMk cId="729980147" sldId="266"/>
            <ac:spMk id="2" creationId="{D5802738-7526-C06E-1979-7E622C819325}"/>
          </ac:spMkLst>
        </pc:spChg>
        <pc:spChg chg="mod">
          <ac:chgData name="Alvarez, Aicel" userId="ed41ae6e-235e-456a-8557-4808c356362a" providerId="ADAL" clId="{35418E11-0492-4030-8637-AB447CB60CA8}" dt="2026-01-05T18:17:12.188" v="297" actId="207"/>
          <ac:spMkLst>
            <pc:docMk/>
            <pc:sldMk cId="729980147" sldId="266"/>
            <ac:spMk id="6" creationId="{5C8BF42C-4471-A0E2-33AA-FA32BAD7793D}"/>
          </ac:spMkLst>
        </pc:spChg>
        <pc:spChg chg="mod">
          <ac:chgData name="Alvarez, Aicel" userId="ed41ae6e-235e-456a-8557-4808c356362a" providerId="ADAL" clId="{35418E11-0492-4030-8637-AB447CB60CA8}" dt="2026-01-05T18:17:19.533" v="298" actId="1076"/>
          <ac:spMkLst>
            <pc:docMk/>
            <pc:sldMk cId="729980147" sldId="266"/>
            <ac:spMk id="9" creationId="{60F2E81B-94E5-B87B-3B1B-ABCBD460A24E}"/>
          </ac:spMkLst>
        </pc:spChg>
        <pc:spChg chg="mod">
          <ac:chgData name="Alvarez, Aicel" userId="ed41ae6e-235e-456a-8557-4808c356362a" providerId="ADAL" clId="{35418E11-0492-4030-8637-AB447CB60CA8}" dt="2026-01-05T18:17:19.533" v="298" actId="1076"/>
          <ac:spMkLst>
            <pc:docMk/>
            <pc:sldMk cId="729980147" sldId="266"/>
            <ac:spMk id="11" creationId="{74C9D0C1-B2DA-E15C-6385-0742B480E882}"/>
          </ac:spMkLst>
        </pc:spChg>
        <pc:spChg chg="mod">
          <ac:chgData name="Alvarez, Aicel" userId="ed41ae6e-235e-456a-8557-4808c356362a" providerId="ADAL" clId="{35418E11-0492-4030-8637-AB447CB60CA8}" dt="2026-01-05T18:17:19.533" v="298" actId="1076"/>
          <ac:spMkLst>
            <pc:docMk/>
            <pc:sldMk cId="729980147" sldId="266"/>
            <ac:spMk id="12" creationId="{7A65A9F0-709A-A570-D78F-ED491D3AD6FD}"/>
          </ac:spMkLst>
        </pc:spChg>
        <pc:spChg chg="mod">
          <ac:chgData name="Alvarez, Aicel" userId="ed41ae6e-235e-456a-8557-4808c356362a" providerId="ADAL" clId="{35418E11-0492-4030-8637-AB447CB60CA8}" dt="2026-01-05T18:17:19.533" v="298" actId="1076"/>
          <ac:spMkLst>
            <pc:docMk/>
            <pc:sldMk cId="729980147" sldId="266"/>
            <ac:spMk id="13" creationId="{DEE10C8D-305A-C970-AFEA-3EE798B37E7B}"/>
          </ac:spMkLst>
        </pc:spChg>
        <pc:spChg chg="mod">
          <ac:chgData name="Alvarez, Aicel" userId="ed41ae6e-235e-456a-8557-4808c356362a" providerId="ADAL" clId="{35418E11-0492-4030-8637-AB447CB60CA8}" dt="2026-01-05T18:17:19.533" v="298" actId="1076"/>
          <ac:spMkLst>
            <pc:docMk/>
            <pc:sldMk cId="729980147" sldId="266"/>
            <ac:spMk id="14" creationId="{ADBCA108-FEB9-95FE-4942-3CD908AB2CB4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851706-0BCF-4734-B2D8-3559D831771D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A7B531-2BA2-4947-ABAE-6ABC28BA4E6D}">
      <dgm:prSet phldrT="[Text]" phldr="0"/>
      <dgm:spPr/>
      <dgm:t>
        <a:bodyPr/>
        <a:lstStyle/>
        <a:p>
          <a:r>
            <a:rPr lang="en-GB" dirty="0"/>
            <a:t>Knowledge Articles</a:t>
          </a:r>
          <a:endParaRPr lang="en-US" dirty="0"/>
        </a:p>
      </dgm:t>
    </dgm:pt>
    <dgm:pt modelId="{EE3984AE-10E8-486E-A736-D1212037EF1F}" type="parTrans" cxnId="{73C4E9A8-23D5-4E39-BBAC-407ADFAC1FF8}">
      <dgm:prSet/>
      <dgm:spPr/>
      <dgm:t>
        <a:bodyPr/>
        <a:lstStyle/>
        <a:p>
          <a:endParaRPr lang="en-US"/>
        </a:p>
      </dgm:t>
    </dgm:pt>
    <dgm:pt modelId="{E0D61D96-78F9-41CF-A0C4-EF1B48C08EDE}" type="sibTrans" cxnId="{73C4E9A8-23D5-4E39-BBAC-407ADFAC1FF8}">
      <dgm:prSet/>
      <dgm:spPr/>
      <dgm:t>
        <a:bodyPr/>
        <a:lstStyle/>
        <a:p>
          <a:endParaRPr lang="en-US"/>
        </a:p>
      </dgm:t>
    </dgm:pt>
    <dgm:pt modelId="{925AA7FE-B654-431A-B52A-3E786D1C6343}">
      <dgm:prSet phldrT="[Text]" phldr="0"/>
      <dgm:spPr/>
      <dgm:t>
        <a:bodyPr/>
        <a:lstStyle/>
        <a:p>
          <a:r>
            <a:rPr lang="en-GB" dirty="0"/>
            <a:t>Structural Grouping</a:t>
          </a:r>
          <a:endParaRPr lang="en-US" dirty="0"/>
        </a:p>
      </dgm:t>
    </dgm:pt>
    <dgm:pt modelId="{E780090D-0A65-4F5D-9C8B-167062C8EA62}" type="parTrans" cxnId="{70815B92-3080-4F7D-9DF8-527BC3929238}">
      <dgm:prSet/>
      <dgm:spPr/>
      <dgm:t>
        <a:bodyPr/>
        <a:lstStyle/>
        <a:p>
          <a:endParaRPr lang="en-US"/>
        </a:p>
      </dgm:t>
    </dgm:pt>
    <dgm:pt modelId="{33BE741E-CD6E-4D5B-B0EF-E37CCFB1ABC0}" type="sibTrans" cxnId="{70815B92-3080-4F7D-9DF8-527BC3929238}">
      <dgm:prSet/>
      <dgm:spPr/>
      <dgm:t>
        <a:bodyPr/>
        <a:lstStyle/>
        <a:p>
          <a:endParaRPr lang="en-US"/>
        </a:p>
      </dgm:t>
    </dgm:pt>
    <dgm:pt modelId="{E67530B3-3053-415F-9890-8F4CE5FEB64F}">
      <dgm:prSet phldrT="[Text]" phldr="0"/>
      <dgm:spPr/>
      <dgm:t>
        <a:bodyPr/>
        <a:lstStyle/>
        <a:p>
          <a:r>
            <a:rPr lang="en-GB" dirty="0"/>
            <a:t>Targeted Improvements</a:t>
          </a:r>
          <a:endParaRPr lang="en-US" dirty="0"/>
        </a:p>
      </dgm:t>
    </dgm:pt>
    <dgm:pt modelId="{5EFB50A6-82F5-4E0F-A352-6039BDEDF282}" type="parTrans" cxnId="{970E81A1-2CED-4C7F-8F20-01BE8016DB1C}">
      <dgm:prSet/>
      <dgm:spPr/>
      <dgm:t>
        <a:bodyPr/>
        <a:lstStyle/>
        <a:p>
          <a:endParaRPr lang="en-US"/>
        </a:p>
      </dgm:t>
    </dgm:pt>
    <dgm:pt modelId="{68ADB3E9-7B51-49DB-B764-195302876870}" type="sibTrans" cxnId="{970E81A1-2CED-4C7F-8F20-01BE8016DB1C}">
      <dgm:prSet/>
      <dgm:spPr/>
      <dgm:t>
        <a:bodyPr/>
        <a:lstStyle/>
        <a:p>
          <a:endParaRPr lang="en-US"/>
        </a:p>
      </dgm:t>
    </dgm:pt>
    <dgm:pt modelId="{534575D8-222F-4679-8B79-5C2D9D7D19C6}" type="pres">
      <dgm:prSet presAssocID="{ED851706-0BCF-4734-B2D8-3559D831771D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1107AF37-FC8C-458A-BBEB-ECDC889B48BB}" type="pres">
      <dgm:prSet presAssocID="{E67530B3-3053-415F-9890-8F4CE5FEB64F}" presName="Accent3" presStyleCnt="0"/>
      <dgm:spPr/>
    </dgm:pt>
    <dgm:pt modelId="{1E69A169-C092-4307-9318-89BE47B6D385}" type="pres">
      <dgm:prSet presAssocID="{E67530B3-3053-415F-9890-8F4CE5FEB64F}" presName="Accent" presStyleLbl="node1" presStyleIdx="0" presStyleCnt="3"/>
      <dgm:spPr/>
    </dgm:pt>
    <dgm:pt modelId="{4A0CA914-91D0-45CE-BE0E-0C68CBF6F400}" type="pres">
      <dgm:prSet presAssocID="{E67530B3-3053-415F-9890-8F4CE5FEB64F}" presName="ParentBackground3" presStyleCnt="0"/>
      <dgm:spPr/>
    </dgm:pt>
    <dgm:pt modelId="{F5970AD4-3A32-46F1-92D0-8811AD784E61}" type="pres">
      <dgm:prSet presAssocID="{E67530B3-3053-415F-9890-8F4CE5FEB64F}" presName="ParentBackground" presStyleLbl="fgAcc1" presStyleIdx="0" presStyleCnt="3"/>
      <dgm:spPr/>
    </dgm:pt>
    <dgm:pt modelId="{D8E6746F-0FF0-4A20-8FC8-0590839DC579}" type="pres">
      <dgm:prSet presAssocID="{E67530B3-3053-415F-9890-8F4CE5FEB64F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2AB8C0E9-C41D-4EC2-8AB9-644086A652A5}" type="pres">
      <dgm:prSet presAssocID="{925AA7FE-B654-431A-B52A-3E786D1C6343}" presName="Accent2" presStyleCnt="0"/>
      <dgm:spPr/>
    </dgm:pt>
    <dgm:pt modelId="{0A5CA32C-3041-411C-BCD0-14563DD8CEE0}" type="pres">
      <dgm:prSet presAssocID="{925AA7FE-B654-431A-B52A-3E786D1C6343}" presName="Accent" presStyleLbl="node1" presStyleIdx="1" presStyleCnt="3"/>
      <dgm:spPr/>
    </dgm:pt>
    <dgm:pt modelId="{E30DEEF2-75C0-4068-99E2-46262E57DD74}" type="pres">
      <dgm:prSet presAssocID="{925AA7FE-B654-431A-B52A-3E786D1C6343}" presName="ParentBackground2" presStyleCnt="0"/>
      <dgm:spPr/>
    </dgm:pt>
    <dgm:pt modelId="{662A84BF-FBFE-4782-82A9-EBBADB82AAF2}" type="pres">
      <dgm:prSet presAssocID="{925AA7FE-B654-431A-B52A-3E786D1C6343}" presName="ParentBackground" presStyleLbl="fgAcc1" presStyleIdx="1" presStyleCnt="3"/>
      <dgm:spPr/>
    </dgm:pt>
    <dgm:pt modelId="{5FA7D30E-6A24-458F-BD4F-E4401460624E}" type="pres">
      <dgm:prSet presAssocID="{925AA7FE-B654-431A-B52A-3E786D1C6343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47F4CB6E-72B4-4E1C-9F0F-5165ECEDAD02}" type="pres">
      <dgm:prSet presAssocID="{7BA7B531-2BA2-4947-ABAE-6ABC28BA4E6D}" presName="Accent1" presStyleCnt="0"/>
      <dgm:spPr/>
    </dgm:pt>
    <dgm:pt modelId="{7C28F277-9763-47CD-8DEC-77E5352A2411}" type="pres">
      <dgm:prSet presAssocID="{7BA7B531-2BA2-4947-ABAE-6ABC28BA4E6D}" presName="Accent" presStyleLbl="node1" presStyleIdx="2" presStyleCnt="3"/>
      <dgm:spPr/>
    </dgm:pt>
    <dgm:pt modelId="{10531108-A0B7-4C83-8564-EC1078D50E3A}" type="pres">
      <dgm:prSet presAssocID="{7BA7B531-2BA2-4947-ABAE-6ABC28BA4E6D}" presName="ParentBackground1" presStyleCnt="0"/>
      <dgm:spPr/>
    </dgm:pt>
    <dgm:pt modelId="{F78E7AF6-1B04-4378-897F-53D414177252}" type="pres">
      <dgm:prSet presAssocID="{7BA7B531-2BA2-4947-ABAE-6ABC28BA4E6D}" presName="ParentBackground" presStyleLbl="fgAcc1" presStyleIdx="2" presStyleCnt="3"/>
      <dgm:spPr/>
    </dgm:pt>
    <dgm:pt modelId="{138DE8B6-21E4-4E0A-9F2C-8946D78859AE}" type="pres">
      <dgm:prSet presAssocID="{7BA7B531-2BA2-4947-ABAE-6ABC28BA4E6D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F7874A09-A314-4462-B077-4B86AF438779}" type="presOf" srcId="{E67530B3-3053-415F-9890-8F4CE5FEB64F}" destId="{F5970AD4-3A32-46F1-92D0-8811AD784E61}" srcOrd="0" destOrd="0" presId="urn:microsoft.com/office/officeart/2011/layout/CircleProcess"/>
    <dgm:cxn modelId="{5D472E40-C4E8-48DF-950C-7B4149371AD8}" type="presOf" srcId="{7BA7B531-2BA2-4947-ABAE-6ABC28BA4E6D}" destId="{138DE8B6-21E4-4E0A-9F2C-8946D78859AE}" srcOrd="1" destOrd="0" presId="urn:microsoft.com/office/officeart/2011/layout/CircleProcess"/>
    <dgm:cxn modelId="{24BBB779-464F-45FD-82C6-6DBDC656E55B}" type="presOf" srcId="{925AA7FE-B654-431A-B52A-3E786D1C6343}" destId="{662A84BF-FBFE-4782-82A9-EBBADB82AAF2}" srcOrd="0" destOrd="0" presId="urn:microsoft.com/office/officeart/2011/layout/CircleProcess"/>
    <dgm:cxn modelId="{AE0A0290-AF3A-4ECE-AE1F-EDBFA8B2E3EB}" type="presOf" srcId="{7BA7B531-2BA2-4947-ABAE-6ABC28BA4E6D}" destId="{F78E7AF6-1B04-4378-897F-53D414177252}" srcOrd="0" destOrd="0" presId="urn:microsoft.com/office/officeart/2011/layout/CircleProcess"/>
    <dgm:cxn modelId="{70815B92-3080-4F7D-9DF8-527BC3929238}" srcId="{ED851706-0BCF-4734-B2D8-3559D831771D}" destId="{925AA7FE-B654-431A-B52A-3E786D1C6343}" srcOrd="1" destOrd="0" parTransId="{E780090D-0A65-4F5D-9C8B-167062C8EA62}" sibTransId="{33BE741E-CD6E-4D5B-B0EF-E37CCFB1ABC0}"/>
    <dgm:cxn modelId="{A053F995-C500-447F-A435-FDCA0B117018}" type="presOf" srcId="{ED851706-0BCF-4734-B2D8-3559D831771D}" destId="{534575D8-222F-4679-8B79-5C2D9D7D19C6}" srcOrd="0" destOrd="0" presId="urn:microsoft.com/office/officeart/2011/layout/CircleProcess"/>
    <dgm:cxn modelId="{970E81A1-2CED-4C7F-8F20-01BE8016DB1C}" srcId="{ED851706-0BCF-4734-B2D8-3559D831771D}" destId="{E67530B3-3053-415F-9890-8F4CE5FEB64F}" srcOrd="2" destOrd="0" parTransId="{5EFB50A6-82F5-4E0F-A352-6039BDEDF282}" sibTransId="{68ADB3E9-7B51-49DB-B764-195302876870}"/>
    <dgm:cxn modelId="{73C4E9A8-23D5-4E39-BBAC-407ADFAC1FF8}" srcId="{ED851706-0BCF-4734-B2D8-3559D831771D}" destId="{7BA7B531-2BA2-4947-ABAE-6ABC28BA4E6D}" srcOrd="0" destOrd="0" parTransId="{EE3984AE-10E8-486E-A736-D1212037EF1F}" sibTransId="{E0D61D96-78F9-41CF-A0C4-EF1B48C08EDE}"/>
    <dgm:cxn modelId="{30ADBCDD-E4A7-4B84-BF9B-839CD1683392}" type="presOf" srcId="{E67530B3-3053-415F-9890-8F4CE5FEB64F}" destId="{D8E6746F-0FF0-4A20-8FC8-0590839DC579}" srcOrd="1" destOrd="0" presId="urn:microsoft.com/office/officeart/2011/layout/CircleProcess"/>
    <dgm:cxn modelId="{7B5281E1-4B80-44D5-853B-05934578D615}" type="presOf" srcId="{925AA7FE-B654-431A-B52A-3E786D1C6343}" destId="{5FA7D30E-6A24-458F-BD4F-E4401460624E}" srcOrd="1" destOrd="0" presId="urn:microsoft.com/office/officeart/2011/layout/CircleProcess"/>
    <dgm:cxn modelId="{995D6D7B-BA5F-4509-A7E6-717469DE3398}" type="presParOf" srcId="{534575D8-222F-4679-8B79-5C2D9D7D19C6}" destId="{1107AF37-FC8C-458A-BBEB-ECDC889B48BB}" srcOrd="0" destOrd="0" presId="urn:microsoft.com/office/officeart/2011/layout/CircleProcess"/>
    <dgm:cxn modelId="{A2365728-778F-4EA2-9962-5D1EDD5A149F}" type="presParOf" srcId="{1107AF37-FC8C-458A-BBEB-ECDC889B48BB}" destId="{1E69A169-C092-4307-9318-89BE47B6D385}" srcOrd="0" destOrd="0" presId="urn:microsoft.com/office/officeart/2011/layout/CircleProcess"/>
    <dgm:cxn modelId="{6E0B6A38-8515-4894-A21F-3D2001FFF0A0}" type="presParOf" srcId="{534575D8-222F-4679-8B79-5C2D9D7D19C6}" destId="{4A0CA914-91D0-45CE-BE0E-0C68CBF6F400}" srcOrd="1" destOrd="0" presId="urn:microsoft.com/office/officeart/2011/layout/CircleProcess"/>
    <dgm:cxn modelId="{04A4F629-3D84-45A4-B266-7A845FD8E6DA}" type="presParOf" srcId="{4A0CA914-91D0-45CE-BE0E-0C68CBF6F400}" destId="{F5970AD4-3A32-46F1-92D0-8811AD784E61}" srcOrd="0" destOrd="0" presId="urn:microsoft.com/office/officeart/2011/layout/CircleProcess"/>
    <dgm:cxn modelId="{B89F9B7C-6AD6-4FA5-9B07-CE6F5B3035F9}" type="presParOf" srcId="{534575D8-222F-4679-8B79-5C2D9D7D19C6}" destId="{D8E6746F-0FF0-4A20-8FC8-0590839DC579}" srcOrd="2" destOrd="0" presId="urn:microsoft.com/office/officeart/2011/layout/CircleProcess"/>
    <dgm:cxn modelId="{B082F7D1-FE81-4A88-8A3C-9EAD9432ADA0}" type="presParOf" srcId="{534575D8-222F-4679-8B79-5C2D9D7D19C6}" destId="{2AB8C0E9-C41D-4EC2-8AB9-644086A652A5}" srcOrd="3" destOrd="0" presId="urn:microsoft.com/office/officeart/2011/layout/CircleProcess"/>
    <dgm:cxn modelId="{9E156D73-6EBE-4121-8498-8AE0BCE4B0BA}" type="presParOf" srcId="{2AB8C0E9-C41D-4EC2-8AB9-644086A652A5}" destId="{0A5CA32C-3041-411C-BCD0-14563DD8CEE0}" srcOrd="0" destOrd="0" presId="urn:microsoft.com/office/officeart/2011/layout/CircleProcess"/>
    <dgm:cxn modelId="{216722F0-D8D5-4015-A680-E740A971C7A4}" type="presParOf" srcId="{534575D8-222F-4679-8B79-5C2D9D7D19C6}" destId="{E30DEEF2-75C0-4068-99E2-46262E57DD74}" srcOrd="4" destOrd="0" presId="urn:microsoft.com/office/officeart/2011/layout/CircleProcess"/>
    <dgm:cxn modelId="{79D0D027-611B-41A7-96C7-94BC9D692217}" type="presParOf" srcId="{E30DEEF2-75C0-4068-99E2-46262E57DD74}" destId="{662A84BF-FBFE-4782-82A9-EBBADB82AAF2}" srcOrd="0" destOrd="0" presId="urn:microsoft.com/office/officeart/2011/layout/CircleProcess"/>
    <dgm:cxn modelId="{C1178117-75D1-4EFE-A015-D36FEE52F10E}" type="presParOf" srcId="{534575D8-222F-4679-8B79-5C2D9D7D19C6}" destId="{5FA7D30E-6A24-458F-BD4F-E4401460624E}" srcOrd="5" destOrd="0" presId="urn:microsoft.com/office/officeart/2011/layout/CircleProcess"/>
    <dgm:cxn modelId="{60610B69-904C-4113-B5AF-CF2BB4266B77}" type="presParOf" srcId="{534575D8-222F-4679-8B79-5C2D9D7D19C6}" destId="{47F4CB6E-72B4-4E1C-9F0F-5165ECEDAD02}" srcOrd="6" destOrd="0" presId="urn:microsoft.com/office/officeart/2011/layout/CircleProcess"/>
    <dgm:cxn modelId="{E39F89E6-86F7-4A04-BC08-EE913CA7B578}" type="presParOf" srcId="{47F4CB6E-72B4-4E1C-9F0F-5165ECEDAD02}" destId="{7C28F277-9763-47CD-8DEC-77E5352A2411}" srcOrd="0" destOrd="0" presId="urn:microsoft.com/office/officeart/2011/layout/CircleProcess"/>
    <dgm:cxn modelId="{0E6F7AAC-0828-4F42-B0DE-9BBF879085A0}" type="presParOf" srcId="{534575D8-222F-4679-8B79-5C2D9D7D19C6}" destId="{10531108-A0B7-4C83-8564-EC1078D50E3A}" srcOrd="7" destOrd="0" presId="urn:microsoft.com/office/officeart/2011/layout/CircleProcess"/>
    <dgm:cxn modelId="{4454E1A4-1F84-4EC9-A3C5-637AAD653D4F}" type="presParOf" srcId="{10531108-A0B7-4C83-8564-EC1078D50E3A}" destId="{F78E7AF6-1B04-4378-897F-53D414177252}" srcOrd="0" destOrd="0" presId="urn:microsoft.com/office/officeart/2011/layout/CircleProcess"/>
    <dgm:cxn modelId="{551B5949-20F7-475C-8A51-AD3BDB4BF462}" type="presParOf" srcId="{534575D8-222F-4679-8B79-5C2D9D7D19C6}" destId="{138DE8B6-21E4-4E0A-9F2C-8946D78859AE}" srcOrd="8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69A169-C092-4307-9318-89BE47B6D385}">
      <dsp:nvSpPr>
        <dsp:cNvPr id="0" name=""/>
        <dsp:cNvSpPr/>
      </dsp:nvSpPr>
      <dsp:spPr>
        <a:xfrm>
          <a:off x="4664809" y="1147019"/>
          <a:ext cx="2034872" cy="20352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970AD4-3A32-46F1-92D0-8811AD784E61}">
      <dsp:nvSpPr>
        <dsp:cNvPr id="0" name=""/>
        <dsp:cNvSpPr/>
      </dsp:nvSpPr>
      <dsp:spPr>
        <a:xfrm>
          <a:off x="4732373" y="1214873"/>
          <a:ext cx="1899743" cy="189954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Targeted Improvements</a:t>
          </a:r>
          <a:endParaRPr lang="en-US" sz="1600" kern="1200" dirty="0"/>
        </a:p>
      </dsp:txBody>
      <dsp:txXfrm>
        <a:off x="5003955" y="1486287"/>
        <a:ext cx="1356581" cy="1356713"/>
      </dsp:txXfrm>
    </dsp:sp>
    <dsp:sp modelId="{0A5CA32C-3041-411C-BCD0-14563DD8CEE0}">
      <dsp:nvSpPr>
        <dsp:cNvPr id="0" name=""/>
        <dsp:cNvSpPr/>
      </dsp:nvSpPr>
      <dsp:spPr>
        <a:xfrm rot="2700000">
          <a:off x="2564161" y="1149479"/>
          <a:ext cx="2029971" cy="2029971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2A84BF-FBFE-4782-82A9-EBBADB82AAF2}">
      <dsp:nvSpPr>
        <dsp:cNvPr id="0" name=""/>
        <dsp:cNvSpPr/>
      </dsp:nvSpPr>
      <dsp:spPr>
        <a:xfrm>
          <a:off x="2629275" y="1214873"/>
          <a:ext cx="1899743" cy="189954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Structural Grouping</a:t>
          </a:r>
          <a:endParaRPr lang="en-US" sz="1600" kern="1200" dirty="0"/>
        </a:p>
      </dsp:txBody>
      <dsp:txXfrm>
        <a:off x="2900856" y="1486287"/>
        <a:ext cx="1356581" cy="1356713"/>
      </dsp:txXfrm>
    </dsp:sp>
    <dsp:sp modelId="{7C28F277-9763-47CD-8DEC-77E5352A2411}">
      <dsp:nvSpPr>
        <dsp:cNvPr id="0" name=""/>
        <dsp:cNvSpPr/>
      </dsp:nvSpPr>
      <dsp:spPr>
        <a:xfrm rot="2700000">
          <a:off x="461062" y="1149479"/>
          <a:ext cx="2029971" cy="2029971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8E7AF6-1B04-4378-897F-53D414177252}">
      <dsp:nvSpPr>
        <dsp:cNvPr id="0" name=""/>
        <dsp:cNvSpPr/>
      </dsp:nvSpPr>
      <dsp:spPr>
        <a:xfrm>
          <a:off x="526176" y="1214873"/>
          <a:ext cx="1899743" cy="189954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Knowledge Articles</a:t>
          </a:r>
          <a:endParaRPr lang="en-US" sz="1600" kern="1200" dirty="0"/>
        </a:p>
      </dsp:txBody>
      <dsp:txXfrm>
        <a:off x="797757" y="1486287"/>
        <a:ext cx="1356581" cy="13567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3 Divider (White/Oran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598E000-3622-4651-9CD5-06FD599F2026}"/>
              </a:ext>
            </a:extLst>
          </p:cNvPr>
          <p:cNvSpPr/>
          <p:nvPr/>
        </p:nvSpPr>
        <p:spPr>
          <a:xfrm>
            <a:off x="0" y="-3739"/>
            <a:ext cx="12192000" cy="6865477"/>
          </a:xfrm>
          <a:prstGeom prst="rect">
            <a:avLst/>
          </a:prstGeom>
          <a:solidFill>
            <a:srgbClr val="61DFD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87BA563-304C-4B27-AFA4-94688EE5F57C}"/>
              </a:ext>
            </a:extLst>
          </p:cNvPr>
          <p:cNvSpPr/>
          <p:nvPr/>
        </p:nvSpPr>
        <p:spPr>
          <a:xfrm>
            <a:off x="3287712" y="620712"/>
            <a:ext cx="5616575" cy="56165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9C4938C-6E62-4ED2-8CA9-DE03480C3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0487" y="2260344"/>
            <a:ext cx="4391025" cy="996951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>
              <a:defRPr sz="48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542772-874C-4B18-A899-C8E6AFABB9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00488" y="3614085"/>
            <a:ext cx="4391024" cy="1444051"/>
          </a:xfrm>
        </p:spPr>
        <p:txBody>
          <a:bodyPr anchor="t" anchorCtr="0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Section description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22004D2-7925-4DF1-860C-5D334E1B54A0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8E1B9F4A-28DE-434E-BC5A-6FF3EE2C92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EE4BEF0D-7DC3-4116-B940-38CD7420ED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209BAEA3-D9D4-41D0-ABEC-16E147E737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CC0D8C51-9BF6-4199-B7F0-6192313B7F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41C834E5-D4F1-4AB9-911C-34B94F5AC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7D5AFD1-0DB3-4369-B32E-C36F4A4CF0BF}"/>
              </a:ext>
            </a:extLst>
          </p:cNvPr>
          <p:cNvSpPr/>
          <p:nvPr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795F500-A989-A649-8B6E-0AA166D22EFD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E562A16E-8913-964D-B8A0-DA0498FA87EC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13">
              <a:extLst>
                <a:ext uri="{FF2B5EF4-FFF2-40B4-BE49-F238E27FC236}">
                  <a16:creationId xmlns:a16="http://schemas.microsoft.com/office/drawing/2014/main" id="{A0580ED2-D388-2C4C-B460-4ABC1ED3DC10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693747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1 Cover (White/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5A2BD3-B72F-344B-A30D-8C3365691E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5" y="1893888"/>
            <a:ext cx="7669213" cy="1355725"/>
          </a:xfrm>
        </p:spPr>
        <p:txBody>
          <a:bodyPr anchor="b" anchorCtr="0">
            <a:normAutofit/>
          </a:bodyPr>
          <a:lstStyle>
            <a:lvl1pPr>
              <a:defRPr sz="60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Presentation 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8B15545-CDE4-2D46-87A4-4286855F50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3526" y="3608388"/>
            <a:ext cx="7691438" cy="1354137"/>
          </a:xfrm>
        </p:spPr>
        <p:txBody>
          <a:bodyPr anchor="t" anchorCtr="0">
            <a:normAutofit/>
          </a:bodyPr>
          <a:lstStyle>
            <a:lvl1pPr>
              <a:defRPr sz="21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Presentation description / </a:t>
            </a:r>
            <a:br>
              <a:rPr lang="en-GB"/>
            </a:br>
            <a:r>
              <a:rPr lang="en-GB"/>
              <a:t>event name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1DFB937-D895-0545-8B74-E2AA56A85F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3525" y="5182104"/>
            <a:ext cx="7691438" cy="581698"/>
          </a:xfrm>
        </p:spPr>
        <p:txBody>
          <a:bodyPr wrap="square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Presenter name</a:t>
            </a:r>
          </a:p>
          <a:p>
            <a:pPr lvl="0"/>
            <a:r>
              <a:rPr lang="en-GB"/>
              <a:t>Title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4244F6F-6BB6-4A01-9FD7-C45A41F82EF5}"/>
              </a:ext>
            </a:extLst>
          </p:cNvPr>
          <p:cNvSpPr/>
          <p:nvPr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BEFFAC7F-2714-42A6-9E63-DCB81A449E00}"/>
              </a:ext>
            </a:extLst>
          </p:cNvPr>
          <p:cNvSpPr/>
          <p:nvPr/>
        </p:nvSpPr>
        <p:spPr>
          <a:xfrm>
            <a:off x="-77579" y="304799"/>
            <a:ext cx="10545554" cy="5310189"/>
          </a:xfrm>
          <a:custGeom>
            <a:avLst/>
            <a:gdLst>
              <a:gd name="connsiteX0" fmla="*/ 0 w 10731855"/>
              <a:gd name="connsiteY0" fmla="*/ 1571788 h 5191127"/>
              <a:gd name="connsiteX1" fmla="*/ 4277659 w 10731855"/>
              <a:gd name="connsiteY1" fmla="*/ 0 h 5191127"/>
              <a:gd name="connsiteX2" fmla="*/ 10731856 w 10731855"/>
              <a:gd name="connsiteY2" fmla="*/ 5191128 h 5191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31855" h="5191127">
                <a:moveTo>
                  <a:pt x="0" y="1571788"/>
                </a:moveTo>
                <a:cubicBezTo>
                  <a:pt x="1152409" y="591359"/>
                  <a:pt x="2645960" y="0"/>
                  <a:pt x="4277659" y="0"/>
                </a:cubicBezTo>
                <a:cubicBezTo>
                  <a:pt x="7440265" y="0"/>
                  <a:pt x="10084110" y="2222353"/>
                  <a:pt x="10731856" y="5191128"/>
                </a:cubicBezTo>
              </a:path>
            </a:pathLst>
          </a:custGeom>
          <a:noFill/>
          <a:ln w="114300" cap="flat">
            <a:solidFill>
              <a:srgbClr val="008768"/>
            </a:solidFill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E79973-5F1A-457D-9581-1931721FFBA1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7EB225E2-4459-44A7-B0C2-87EECD398D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E27CD816-A831-4AA5-9547-1E32473ACF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723674AE-EDCD-4746-881F-B4880C6BDD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4F8BB6B2-68EA-41BB-8C50-BBC2B5486E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F6A4BBC-A8A5-4396-9E51-98543970E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DEC0E30-918A-434C-847A-8E1607CF02E3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43A7AA66-7043-8441-BD5C-EDB3C30F81A3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28DF3D78-6B27-7D4A-A641-087A90780631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427857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 Cover (White/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B345967-D46E-4D94-8EA1-F47EFBEE52F6}"/>
              </a:ext>
            </a:extLst>
          </p:cNvPr>
          <p:cNvSpPr/>
          <p:nvPr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424FE39-8DF4-4F37-B53E-88A8F31616BB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0F12F9CD-2A5C-4DDC-9A3D-33E54B2DFC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E8098262-DED1-4A1A-9299-3CA9F199D6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90D2CF5B-362F-4AB9-B992-FEA205D32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0A9D2882-FC9C-4ECA-AE40-CABDD8AAC2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10AF01A6-48B6-485D-A8F8-0ABF8941E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8B677EEB-B48C-454B-A55A-92086D31C5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7713" y="2262136"/>
            <a:ext cx="5616575" cy="1329595"/>
          </a:xfrm>
        </p:spPr>
        <p:txBody>
          <a:bodyPr wrap="square" anchor="ctr" anchorCtr="0">
            <a:normAutofit/>
          </a:bodyPr>
          <a:lstStyle>
            <a:lvl1pPr algn="ctr">
              <a:spcBef>
                <a:spcPts val="0"/>
              </a:spcBef>
              <a:defRPr sz="48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Short heading </a:t>
            </a:r>
            <a:br>
              <a:rPr lang="en-GB"/>
            </a:br>
            <a:r>
              <a:rPr lang="en-GB"/>
              <a:t>here only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807A7FF-0349-6842-8A4B-DA0E748D91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7712" y="3931066"/>
            <a:ext cx="5616575" cy="443198"/>
          </a:xfrm>
        </p:spPr>
        <p:txBody>
          <a:bodyPr wrap="square" anchor="ctr" anchorCtr="0">
            <a:normAutofit/>
          </a:bodyPr>
          <a:lstStyle>
            <a:lvl1pPr algn="ct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Presentation description / event name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F7637D2F-057D-E048-91F4-F5B7516BC7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7712" y="4519535"/>
            <a:ext cx="5616575" cy="443198"/>
          </a:xfrm>
        </p:spPr>
        <p:txBody>
          <a:bodyPr wrap="square" anchor="ctr" anchorCtr="0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Presenter name</a:t>
            </a:r>
          </a:p>
          <a:p>
            <a:pPr lvl="0"/>
            <a:r>
              <a:rPr lang="en-GB"/>
              <a:t>Title</a:t>
            </a:r>
          </a:p>
        </p:txBody>
      </p:sp>
      <p:sp>
        <p:nvSpPr>
          <p:cNvPr id="29" name="Graphic 24">
            <a:extLst>
              <a:ext uri="{FF2B5EF4-FFF2-40B4-BE49-F238E27FC236}">
                <a16:creationId xmlns:a16="http://schemas.microsoft.com/office/drawing/2014/main" id="{D751A5BA-CAF6-ED42-901D-9A2CF28FC67B}"/>
              </a:ext>
            </a:extLst>
          </p:cNvPr>
          <p:cNvSpPr/>
          <p:nvPr/>
        </p:nvSpPr>
        <p:spPr>
          <a:xfrm>
            <a:off x="2927350" y="258247"/>
            <a:ext cx="6337300" cy="6337300"/>
          </a:xfrm>
          <a:custGeom>
            <a:avLst/>
            <a:gdLst>
              <a:gd name="connsiteX0" fmla="*/ 6767045 w 6767044"/>
              <a:gd name="connsiteY0" fmla="*/ 3383523 h 6767045"/>
              <a:gd name="connsiteX1" fmla="*/ 3383522 w 6767044"/>
              <a:gd name="connsiteY1" fmla="*/ 0 h 6767045"/>
              <a:gd name="connsiteX2" fmla="*/ 0 w 6767044"/>
              <a:gd name="connsiteY2" fmla="*/ 3383523 h 6767045"/>
              <a:gd name="connsiteX3" fmla="*/ 3383522 w 6767044"/>
              <a:gd name="connsiteY3" fmla="*/ 6767045 h 6767045"/>
              <a:gd name="connsiteX4" fmla="*/ 5076193 w 6767044"/>
              <a:gd name="connsiteY4" fmla="*/ 6313635 h 676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7044" h="6767045">
                <a:moveTo>
                  <a:pt x="6767045" y="3383523"/>
                </a:moveTo>
                <a:cubicBezTo>
                  <a:pt x="6767045" y="1514854"/>
                  <a:pt x="5252191" y="0"/>
                  <a:pt x="3383522" y="0"/>
                </a:cubicBezTo>
                <a:cubicBezTo>
                  <a:pt x="1514854" y="0"/>
                  <a:pt x="0" y="1514854"/>
                  <a:pt x="0" y="3383523"/>
                </a:cubicBezTo>
                <a:cubicBezTo>
                  <a:pt x="0" y="5252191"/>
                  <a:pt x="1514854" y="6767045"/>
                  <a:pt x="3383522" y="6767045"/>
                </a:cubicBezTo>
                <a:cubicBezTo>
                  <a:pt x="4000197" y="6767045"/>
                  <a:pt x="4578215" y="6601962"/>
                  <a:pt x="5076193" y="6313635"/>
                </a:cubicBezTo>
              </a:path>
            </a:pathLst>
          </a:custGeom>
          <a:noFill/>
          <a:ln w="1143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7229B09-BE84-8540-B5A1-B84D91F58D93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31" name="Freeform: Shape 12">
              <a:extLst>
                <a:ext uri="{FF2B5EF4-FFF2-40B4-BE49-F238E27FC236}">
                  <a16:creationId xmlns:a16="http://schemas.microsoft.com/office/drawing/2014/main" id="{E4101F14-F1CB-E946-8CAA-3CE1B1F56EC6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13">
              <a:extLst>
                <a:ext uri="{FF2B5EF4-FFF2-40B4-BE49-F238E27FC236}">
                  <a16:creationId xmlns:a16="http://schemas.microsoft.com/office/drawing/2014/main" id="{D61DCD87-E2D1-7A42-8C03-6594EE16EB08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5682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6" pos="2207">
          <p15:clr>
            <a:srgbClr val="A4A3A4"/>
          </p15:clr>
        </p15:guide>
        <p15:guide id="17" pos="5473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3 Cover (White/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5A2BD3-B72F-344B-A30D-8C3365691E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49487" y="1956490"/>
            <a:ext cx="7693026" cy="1462088"/>
          </a:xfrm>
        </p:spPr>
        <p:txBody>
          <a:bodyPr anchor="b" anchorCtr="0">
            <a:normAutofit/>
          </a:bodyPr>
          <a:lstStyle>
            <a:lvl1pPr>
              <a:spcBef>
                <a:spcPts val="0"/>
              </a:spcBef>
              <a:defRPr sz="48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Longer heading </a:t>
            </a:r>
            <a:br>
              <a:rPr lang="en-GB"/>
            </a:br>
            <a:r>
              <a:rPr lang="en-GB"/>
              <a:t>here but only two lines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8B15545-CDE4-2D46-87A4-4286855F50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9487" y="3608388"/>
            <a:ext cx="7693026" cy="872238"/>
          </a:xfrm>
        </p:spPr>
        <p:txBody>
          <a:bodyPr anchor="t" anchorCtr="0">
            <a:normAutofit/>
          </a:bodyPr>
          <a:lstStyle>
            <a:lvl1pPr>
              <a:defRPr sz="21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Presentation description / </a:t>
            </a:r>
            <a:br>
              <a:rPr lang="en-GB"/>
            </a:br>
            <a:r>
              <a:rPr lang="en-GB"/>
              <a:t>event name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1DFB937-D895-0545-8B74-E2AA56A85F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9487" y="4518264"/>
            <a:ext cx="7693026" cy="443198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Presenter name</a:t>
            </a:r>
          </a:p>
          <a:p>
            <a:pPr lvl="0"/>
            <a:r>
              <a:rPr lang="en-GB"/>
              <a:t>Title</a:t>
            </a:r>
          </a:p>
        </p:txBody>
      </p:sp>
      <p:sp>
        <p:nvSpPr>
          <p:cNvPr id="6" name="Graphic 24">
            <a:extLst>
              <a:ext uri="{FF2B5EF4-FFF2-40B4-BE49-F238E27FC236}">
                <a16:creationId xmlns:a16="http://schemas.microsoft.com/office/drawing/2014/main" id="{351B1A6D-038A-4C4F-BC20-8F905A71CF62}"/>
              </a:ext>
            </a:extLst>
          </p:cNvPr>
          <p:cNvSpPr/>
          <p:nvPr/>
        </p:nvSpPr>
        <p:spPr>
          <a:xfrm>
            <a:off x="1714501" y="-952499"/>
            <a:ext cx="8762998" cy="8762998"/>
          </a:xfrm>
          <a:custGeom>
            <a:avLst/>
            <a:gdLst>
              <a:gd name="connsiteX0" fmla="*/ 6767045 w 6767044"/>
              <a:gd name="connsiteY0" fmla="*/ 3383523 h 6767045"/>
              <a:gd name="connsiteX1" fmla="*/ 3383522 w 6767044"/>
              <a:gd name="connsiteY1" fmla="*/ 0 h 6767045"/>
              <a:gd name="connsiteX2" fmla="*/ 0 w 6767044"/>
              <a:gd name="connsiteY2" fmla="*/ 3383523 h 6767045"/>
              <a:gd name="connsiteX3" fmla="*/ 3383522 w 6767044"/>
              <a:gd name="connsiteY3" fmla="*/ 6767045 h 6767045"/>
              <a:gd name="connsiteX4" fmla="*/ 5076193 w 6767044"/>
              <a:gd name="connsiteY4" fmla="*/ 6313635 h 676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7044" h="6767045">
                <a:moveTo>
                  <a:pt x="6767045" y="3383523"/>
                </a:moveTo>
                <a:cubicBezTo>
                  <a:pt x="6767045" y="1514854"/>
                  <a:pt x="5252191" y="0"/>
                  <a:pt x="3383522" y="0"/>
                </a:cubicBezTo>
                <a:cubicBezTo>
                  <a:pt x="1514854" y="0"/>
                  <a:pt x="0" y="1514854"/>
                  <a:pt x="0" y="3383523"/>
                </a:cubicBezTo>
                <a:cubicBezTo>
                  <a:pt x="0" y="5252191"/>
                  <a:pt x="1514854" y="6767045"/>
                  <a:pt x="3383522" y="6767045"/>
                </a:cubicBezTo>
                <a:cubicBezTo>
                  <a:pt x="4000197" y="6767045"/>
                  <a:pt x="4578215" y="6601962"/>
                  <a:pt x="5076193" y="6313635"/>
                </a:cubicBezTo>
              </a:path>
            </a:pathLst>
          </a:custGeom>
          <a:noFill/>
          <a:ln w="1143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7263AEB-724E-49D8-809C-FCA9BB2739F7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720AF97F-C172-421B-BCE5-E60482EDAA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ACBACE23-5F86-4C06-9A84-AACD3E8E19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4F1861C-1110-4CF9-8A43-EC19DD8C4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E9BE49A-96D0-476C-85AD-1CBCB4BD8B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0D943A57-92B6-4A41-A2F2-D860A9817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62E48B-54F6-4F57-ABE5-4C4D9A963C5F}"/>
              </a:ext>
            </a:extLst>
          </p:cNvPr>
          <p:cNvSpPr/>
          <p:nvPr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0E983CE-B798-8447-8B1E-2C617C406A53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3" name="Freeform: Shape 12">
              <a:extLst>
                <a:ext uri="{FF2B5EF4-FFF2-40B4-BE49-F238E27FC236}">
                  <a16:creationId xmlns:a16="http://schemas.microsoft.com/office/drawing/2014/main" id="{0CD0534B-8A03-6743-B44E-6815A095E81A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13">
              <a:extLst>
                <a:ext uri="{FF2B5EF4-FFF2-40B4-BE49-F238E27FC236}">
                  <a16:creationId xmlns:a16="http://schemas.microsoft.com/office/drawing/2014/main" id="{B25ADDF4-378C-9642-9C95-A57715975359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81122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13">
          <p15:clr>
            <a:srgbClr val="A4A3A4"/>
          </p15:clr>
        </p15:guide>
        <p15:guide id="2" pos="6267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1 Divider (White/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5">
            <a:extLst>
              <a:ext uri="{FF2B5EF4-FFF2-40B4-BE49-F238E27FC236}">
                <a16:creationId xmlns:a16="http://schemas.microsoft.com/office/drawing/2014/main" id="{B6B125B8-FB5E-4C71-8D9B-34E183EABE30}"/>
              </a:ext>
            </a:extLst>
          </p:cNvPr>
          <p:cNvSpPr/>
          <p:nvPr/>
        </p:nvSpPr>
        <p:spPr>
          <a:xfrm>
            <a:off x="-77579" y="304799"/>
            <a:ext cx="10545554" cy="5310189"/>
          </a:xfrm>
          <a:custGeom>
            <a:avLst/>
            <a:gdLst>
              <a:gd name="connsiteX0" fmla="*/ 0 w 10731855"/>
              <a:gd name="connsiteY0" fmla="*/ 1571788 h 5191127"/>
              <a:gd name="connsiteX1" fmla="*/ 4277659 w 10731855"/>
              <a:gd name="connsiteY1" fmla="*/ 0 h 5191127"/>
              <a:gd name="connsiteX2" fmla="*/ 10731856 w 10731855"/>
              <a:gd name="connsiteY2" fmla="*/ 5191128 h 5191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31855" h="5191127">
                <a:moveTo>
                  <a:pt x="0" y="1571788"/>
                </a:moveTo>
                <a:cubicBezTo>
                  <a:pt x="1152409" y="591359"/>
                  <a:pt x="2645960" y="0"/>
                  <a:pt x="4277659" y="0"/>
                </a:cubicBezTo>
                <a:cubicBezTo>
                  <a:pt x="7440265" y="0"/>
                  <a:pt x="10084110" y="2222353"/>
                  <a:pt x="10731856" y="5191128"/>
                </a:cubicBezTo>
              </a:path>
            </a:pathLst>
          </a:custGeom>
          <a:noFill/>
          <a:ln w="11430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67B143B-2882-4441-A146-81085A8C5500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30D7E4FC-1FF1-4894-A2C0-159A3C4A6E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DA4EC6E6-9B46-4A2B-AEA4-09DF92D0D7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CA01806E-2F77-47BD-871B-C1B6A295C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6A8F04A9-1FCF-4211-B60A-9432336295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B80C9BD-96C0-4809-87C4-851D170F5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35638CA-BC63-4C88-A309-B5C4D7EDEFBF}"/>
              </a:ext>
            </a:extLst>
          </p:cNvPr>
          <p:cNvSpPr/>
          <p:nvPr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1A3703C-94C2-BD48-BE90-1E0A710F6B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893888"/>
            <a:ext cx="7669213" cy="1355725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defRPr sz="48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BA9246C6-EAA1-6240-8D80-B8A3B6DC68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3525" y="3608387"/>
            <a:ext cx="7669213" cy="2160587"/>
          </a:xfrm>
        </p:spPr>
        <p:txBody>
          <a:bodyPr anchor="t" anchorCtr="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Section description 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E23FDD6-9800-7A4F-8A35-D15964E0F71A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A716AB79-143B-E947-9634-CE9E2AB9851A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AA9C39C0-0A50-DA4C-A8B9-5CA9FF74629D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818810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2 Divider (White/G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F9979FDD-549F-4ACB-8FB4-540D628D5DE9}"/>
              </a:ext>
            </a:extLst>
          </p:cNvPr>
          <p:cNvSpPr/>
          <p:nvPr/>
        </p:nvSpPr>
        <p:spPr>
          <a:xfrm>
            <a:off x="287339" y="816040"/>
            <a:ext cx="933385" cy="9333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XX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6521A19-BA01-4073-A3B0-FD772558F1BE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</p:grpSpPr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168923C4-14C3-4ED5-9708-F848B346BC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225222CA-3495-4FB5-B534-C7A2BB2144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9994CE16-B59A-46F0-9244-5BCB24ABB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8">
              <a:extLst>
                <a:ext uri="{FF2B5EF4-FFF2-40B4-BE49-F238E27FC236}">
                  <a16:creationId xmlns:a16="http://schemas.microsoft.com/office/drawing/2014/main" id="{7312437B-871B-4C33-810B-ED91206C4F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2E791E29-35CA-4308-BC50-B00FD0A8F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62E6A24-B102-4D0E-A0D0-D0A970B2C473}"/>
              </a:ext>
            </a:extLst>
          </p:cNvPr>
          <p:cNvSpPr/>
          <p:nvPr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CE84C17-83FC-D24C-9D8A-7C29F91A09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893888"/>
            <a:ext cx="7669213" cy="1355725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defRPr sz="48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AF4F955-527E-E849-896C-5D66C5994A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3525" y="3608387"/>
            <a:ext cx="7669213" cy="2160587"/>
          </a:xfrm>
        </p:spPr>
        <p:txBody>
          <a:bodyPr anchor="t" anchorCtr="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Section description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E519C4A-59B9-D449-AAFE-EE878AB04AE6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98966F03-5D9E-6D4A-B532-D763CE9DB8D3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13">
              <a:extLst>
                <a:ext uri="{FF2B5EF4-FFF2-40B4-BE49-F238E27FC236}">
                  <a16:creationId xmlns:a16="http://schemas.microsoft.com/office/drawing/2014/main" id="{2C894DDE-1D91-7B4F-9833-233D9BFEB66C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653012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3 Divider (White/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598E000-3622-4651-9CD5-06FD599F2026}"/>
              </a:ext>
            </a:extLst>
          </p:cNvPr>
          <p:cNvSpPr/>
          <p:nvPr/>
        </p:nvSpPr>
        <p:spPr>
          <a:xfrm>
            <a:off x="0" y="-3739"/>
            <a:ext cx="12192000" cy="6865477"/>
          </a:xfrm>
          <a:prstGeom prst="rect">
            <a:avLst/>
          </a:prstGeom>
          <a:solidFill>
            <a:srgbClr val="61DFD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87BA563-304C-4B27-AFA4-94688EE5F57C}"/>
              </a:ext>
            </a:extLst>
          </p:cNvPr>
          <p:cNvSpPr/>
          <p:nvPr/>
        </p:nvSpPr>
        <p:spPr>
          <a:xfrm>
            <a:off x="3287712" y="620712"/>
            <a:ext cx="5616575" cy="56165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9C4938C-6E62-4ED2-8CA9-DE03480C3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0487" y="2260344"/>
            <a:ext cx="4391025" cy="996951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>
              <a:defRPr sz="48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542772-874C-4B18-A899-C8E6AFABB9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00488" y="3614086"/>
            <a:ext cx="4391024" cy="433128"/>
          </a:xfrm>
        </p:spPr>
        <p:txBody>
          <a:bodyPr anchor="t" anchorCtr="0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Section description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22004D2-7925-4DF1-860C-5D334E1B54A0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8E1B9F4A-28DE-434E-BC5A-6FF3EE2C92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EE4BEF0D-7DC3-4116-B940-38CD7420ED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209BAEA3-D9D4-41D0-ABEC-16E147E737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CC0D8C51-9BF6-4199-B7F0-6192313B7F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41C834E5-D4F1-4AB9-911C-34B94F5AC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7D5AFD1-0DB3-4369-B32E-C36F4A4CF0BF}"/>
              </a:ext>
            </a:extLst>
          </p:cNvPr>
          <p:cNvSpPr/>
          <p:nvPr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B82A618-B84A-5B4D-B849-A09461853857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A6A4B1AA-9440-3B40-A375-198BD2F20873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13">
              <a:extLst>
                <a:ext uri="{FF2B5EF4-FFF2-40B4-BE49-F238E27FC236}">
                  <a16:creationId xmlns:a16="http://schemas.microsoft.com/office/drawing/2014/main" id="{D006659B-806F-304C-B8EE-6CAE28EC1B0F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708656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1 Agenda (White/Oran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4D54044-23C0-4142-88BA-1DD4B846EA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441325"/>
            <a:ext cx="5653088" cy="1008064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defRPr sz="48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1E35C5B-1EB5-4A59-AB41-B5A36D3A0A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7339" y="2038812"/>
            <a:ext cx="11637962" cy="41984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/>
              <a:t>01	XXXXXX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/>
              <a:t>02	XXXXXX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/>
              <a:t>03	XXXXXX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/>
              <a:t>04	XXXXXX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/>
              <a:t>05	XXXXXX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947BDFF-AA9D-F949-A66D-214417C3A4A9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2872B543-34FC-1841-BC83-16C2DAE30F74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CE81E9DF-7130-4546-BF18-4683EA8B3F3C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23459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1 Cover (Teal/Green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5A2BD3-B72F-344B-A30D-8C3365691E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5" y="1782234"/>
            <a:ext cx="7691438" cy="1462087"/>
          </a:xfrm>
        </p:spPr>
        <p:txBody>
          <a:bodyPr anchor="b" anchorCtr="0">
            <a:normAutofit/>
          </a:bodyPr>
          <a:lstStyle>
            <a:lvl1pPr>
              <a:defRPr sz="60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Presentation 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8B15545-CDE4-2D46-87A4-4286855F50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3525" y="3608388"/>
            <a:ext cx="7691438" cy="1462087"/>
          </a:xfrm>
        </p:spPr>
        <p:txBody>
          <a:bodyPr anchor="t" anchorCtr="0">
            <a:normAutofit/>
          </a:bodyPr>
          <a:lstStyle>
            <a:lvl1pPr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Presentation description / </a:t>
            </a:r>
            <a:br>
              <a:rPr lang="en-GB"/>
            </a:br>
            <a:r>
              <a:rPr lang="en-GB"/>
              <a:t>event name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1DFB937-D895-0545-8B74-E2AA56A85F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3525" y="5187277"/>
            <a:ext cx="7691438" cy="581698"/>
          </a:xfrm>
        </p:spPr>
        <p:txBody>
          <a:bodyPr wrap="square" anchor="t" anchorCtr="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Presenter name</a:t>
            </a:r>
          </a:p>
          <a:p>
            <a:pPr lvl="0"/>
            <a:r>
              <a:rPr lang="en-GB"/>
              <a:t>Title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BEFFAC7F-2714-42A6-9E63-DCB81A449E00}"/>
              </a:ext>
            </a:extLst>
          </p:cNvPr>
          <p:cNvSpPr/>
          <p:nvPr/>
        </p:nvSpPr>
        <p:spPr>
          <a:xfrm>
            <a:off x="-77579" y="304799"/>
            <a:ext cx="10545554" cy="5310189"/>
          </a:xfrm>
          <a:custGeom>
            <a:avLst/>
            <a:gdLst>
              <a:gd name="connsiteX0" fmla="*/ 0 w 10731855"/>
              <a:gd name="connsiteY0" fmla="*/ 1571788 h 5191127"/>
              <a:gd name="connsiteX1" fmla="*/ 4277659 w 10731855"/>
              <a:gd name="connsiteY1" fmla="*/ 0 h 5191127"/>
              <a:gd name="connsiteX2" fmla="*/ 10731856 w 10731855"/>
              <a:gd name="connsiteY2" fmla="*/ 5191128 h 5191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31855" h="5191127">
                <a:moveTo>
                  <a:pt x="0" y="1571788"/>
                </a:moveTo>
                <a:cubicBezTo>
                  <a:pt x="1152409" y="591359"/>
                  <a:pt x="2645960" y="0"/>
                  <a:pt x="4277659" y="0"/>
                </a:cubicBezTo>
                <a:cubicBezTo>
                  <a:pt x="7440265" y="0"/>
                  <a:pt x="10084110" y="2222353"/>
                  <a:pt x="10731856" y="5191128"/>
                </a:cubicBezTo>
              </a:path>
            </a:pathLst>
          </a:custGeom>
          <a:noFill/>
          <a:ln w="11430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7DC9E1A-9CB0-4713-A7A7-37669D880768}"/>
              </a:ext>
            </a:extLst>
          </p:cNvPr>
          <p:cNvSpPr/>
          <p:nvPr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601C35-226E-4852-A54E-33710096F8CF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13EB222D-C693-47B0-91C1-407664319F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A5D6CA3A-E963-4600-AE9A-37391BC00D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A62B609F-DB0F-422F-999A-6746321CD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EE2627BC-FB6C-4DE9-8C66-FF75C2ABC7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520F319E-08D4-4CDF-8C17-953260FFD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B1C1A4B-EB3C-E14C-A722-997548E33459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5" name="Freeform: Shape 12">
              <a:extLst>
                <a:ext uri="{FF2B5EF4-FFF2-40B4-BE49-F238E27FC236}">
                  <a16:creationId xmlns:a16="http://schemas.microsoft.com/office/drawing/2014/main" id="{F782603F-A068-4B43-AFA0-53B58D894959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DD444DDC-07BC-674A-9F9D-EEB7357A7B2D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988409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 Cover (Teal/Green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5E7099E8-E73F-4469-8077-24D03521D11D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47" name="Freeform 5">
              <a:extLst>
                <a:ext uri="{FF2B5EF4-FFF2-40B4-BE49-F238E27FC236}">
                  <a16:creationId xmlns:a16="http://schemas.microsoft.com/office/drawing/2014/main" id="{C2B13C63-1F33-4EE8-A600-0FF5DD14D0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Freeform 6">
              <a:extLst>
                <a:ext uri="{FF2B5EF4-FFF2-40B4-BE49-F238E27FC236}">
                  <a16:creationId xmlns:a16="http://schemas.microsoft.com/office/drawing/2014/main" id="{82BC188B-98D0-46E1-A6C5-ED20069FBE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7">
              <a:extLst>
                <a:ext uri="{FF2B5EF4-FFF2-40B4-BE49-F238E27FC236}">
                  <a16:creationId xmlns:a16="http://schemas.microsoft.com/office/drawing/2014/main" id="{6000BFE9-ADCC-4EFD-B2E4-FC095C34D6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8">
              <a:extLst>
                <a:ext uri="{FF2B5EF4-FFF2-40B4-BE49-F238E27FC236}">
                  <a16:creationId xmlns:a16="http://schemas.microsoft.com/office/drawing/2014/main" id="{905D047C-4AF9-4B42-A2C9-44DD714E68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9">
              <a:extLst>
                <a:ext uri="{FF2B5EF4-FFF2-40B4-BE49-F238E27FC236}">
                  <a16:creationId xmlns:a16="http://schemas.microsoft.com/office/drawing/2014/main" id="{AC229751-CFF8-4B06-9F8E-B1C4793B5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910B289-4576-4F83-BBC1-AF0735EF0462}"/>
              </a:ext>
            </a:extLst>
          </p:cNvPr>
          <p:cNvSpPr/>
          <p:nvPr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8E6638F-D5ED-F74C-910D-E5FA1BA8F5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7713" y="2262136"/>
            <a:ext cx="5616575" cy="1329595"/>
          </a:xfrm>
        </p:spPr>
        <p:txBody>
          <a:bodyPr wrap="square" anchor="ctr" anchorCtr="0">
            <a:normAutofit/>
          </a:bodyPr>
          <a:lstStyle>
            <a:lvl1pPr algn="ctr">
              <a:spcBef>
                <a:spcPts val="0"/>
              </a:spcBef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Short heading </a:t>
            </a:r>
            <a:br>
              <a:rPr lang="en-GB"/>
            </a:br>
            <a:r>
              <a:rPr lang="en-GB"/>
              <a:t>here only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19EA15C-E150-9246-A4CF-9C436C47E9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7712" y="3931065"/>
            <a:ext cx="5616575" cy="721957"/>
          </a:xfrm>
        </p:spPr>
        <p:txBody>
          <a:bodyPr wrap="square" anchor="t" anchorCtr="0">
            <a:normAutofit/>
          </a:bodyPr>
          <a:lstStyle>
            <a:lvl1pPr algn="ctr"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Presentation description / event name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14721D2-7349-ED45-9774-CF660811A2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7712" y="4820108"/>
            <a:ext cx="5616575" cy="443198"/>
          </a:xfrm>
        </p:spPr>
        <p:txBody>
          <a:bodyPr wrap="square" anchor="ctr" anchorCtr="0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Presenter name</a:t>
            </a:r>
          </a:p>
          <a:p>
            <a:pPr lvl="0"/>
            <a:r>
              <a:rPr lang="en-GB"/>
              <a:t>Title</a:t>
            </a:r>
          </a:p>
        </p:txBody>
      </p:sp>
      <p:sp>
        <p:nvSpPr>
          <p:cNvPr id="20" name="Graphic 24">
            <a:extLst>
              <a:ext uri="{FF2B5EF4-FFF2-40B4-BE49-F238E27FC236}">
                <a16:creationId xmlns:a16="http://schemas.microsoft.com/office/drawing/2014/main" id="{58AA9C9E-55FC-D34E-96A4-64152F1E2F30}"/>
              </a:ext>
            </a:extLst>
          </p:cNvPr>
          <p:cNvSpPr/>
          <p:nvPr/>
        </p:nvSpPr>
        <p:spPr>
          <a:xfrm>
            <a:off x="2927350" y="258247"/>
            <a:ext cx="6337300" cy="6337300"/>
          </a:xfrm>
          <a:custGeom>
            <a:avLst/>
            <a:gdLst>
              <a:gd name="connsiteX0" fmla="*/ 6767045 w 6767044"/>
              <a:gd name="connsiteY0" fmla="*/ 3383523 h 6767045"/>
              <a:gd name="connsiteX1" fmla="*/ 3383522 w 6767044"/>
              <a:gd name="connsiteY1" fmla="*/ 0 h 6767045"/>
              <a:gd name="connsiteX2" fmla="*/ 0 w 6767044"/>
              <a:gd name="connsiteY2" fmla="*/ 3383523 h 6767045"/>
              <a:gd name="connsiteX3" fmla="*/ 3383522 w 6767044"/>
              <a:gd name="connsiteY3" fmla="*/ 6767045 h 6767045"/>
              <a:gd name="connsiteX4" fmla="*/ 5076193 w 6767044"/>
              <a:gd name="connsiteY4" fmla="*/ 6313635 h 676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7044" h="6767045">
                <a:moveTo>
                  <a:pt x="6767045" y="3383523"/>
                </a:moveTo>
                <a:cubicBezTo>
                  <a:pt x="6767045" y="1514854"/>
                  <a:pt x="5252191" y="0"/>
                  <a:pt x="3383522" y="0"/>
                </a:cubicBezTo>
                <a:cubicBezTo>
                  <a:pt x="1514854" y="0"/>
                  <a:pt x="0" y="1514854"/>
                  <a:pt x="0" y="3383523"/>
                </a:cubicBezTo>
                <a:cubicBezTo>
                  <a:pt x="0" y="5252191"/>
                  <a:pt x="1514854" y="6767045"/>
                  <a:pt x="3383522" y="6767045"/>
                </a:cubicBezTo>
                <a:cubicBezTo>
                  <a:pt x="4000197" y="6767045"/>
                  <a:pt x="4578215" y="6601962"/>
                  <a:pt x="5076193" y="6313635"/>
                </a:cubicBezTo>
              </a:path>
            </a:pathLst>
          </a:custGeom>
          <a:noFill/>
          <a:ln w="11430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0299C50-46D1-A74B-81CB-A0C1DF2F0B41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309CA6F1-5650-8842-ADDA-61864A0B18FA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13">
              <a:extLst>
                <a:ext uri="{FF2B5EF4-FFF2-40B4-BE49-F238E27FC236}">
                  <a16:creationId xmlns:a16="http://schemas.microsoft.com/office/drawing/2014/main" id="{06A4A51C-6718-AE4D-A3A6-4125B8E23FC5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60655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07">
          <p15:clr>
            <a:srgbClr val="A4A3A4"/>
          </p15:clr>
        </p15:guide>
        <p15:guide id="2" pos="5473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3 Cover (Teal/Green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5A2BD3-B72F-344B-A30D-8C3365691E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49487" y="1893888"/>
            <a:ext cx="7693026" cy="1355725"/>
          </a:xfrm>
        </p:spPr>
        <p:txBody>
          <a:bodyPr anchor="b" anchorCtr="0">
            <a:normAutofit/>
          </a:bodyPr>
          <a:lstStyle>
            <a:lvl1pPr>
              <a:spcBef>
                <a:spcPts val="0"/>
              </a:spcBef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Longer heading </a:t>
            </a:r>
            <a:br>
              <a:rPr lang="en-GB"/>
            </a:br>
            <a:r>
              <a:rPr lang="en-GB"/>
              <a:t>here but only two lines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8B15545-CDE4-2D46-87A4-4286855F50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9487" y="3608388"/>
            <a:ext cx="7693026" cy="765876"/>
          </a:xfrm>
        </p:spPr>
        <p:txBody>
          <a:bodyPr anchor="t" anchorCtr="0">
            <a:normAutofit/>
          </a:bodyPr>
          <a:lstStyle>
            <a:lvl1pPr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Presentation description / </a:t>
            </a:r>
            <a:br>
              <a:rPr lang="en-GB"/>
            </a:br>
            <a:r>
              <a:rPr lang="en-GB"/>
              <a:t>event name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1DFB937-D895-0545-8B74-E2AA56A85F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9487" y="4518264"/>
            <a:ext cx="7693026" cy="443198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Presenter name</a:t>
            </a:r>
          </a:p>
          <a:p>
            <a:pPr lvl="0"/>
            <a:r>
              <a:rPr lang="en-GB"/>
              <a:t>Title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F486E8B-9AF0-484B-9187-A9702156C4E6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46" name="Freeform 5">
              <a:extLst>
                <a:ext uri="{FF2B5EF4-FFF2-40B4-BE49-F238E27FC236}">
                  <a16:creationId xmlns:a16="http://schemas.microsoft.com/office/drawing/2014/main" id="{82215BF6-E550-4E05-B602-B196F8C6B5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F7055E80-1D5C-446D-BF34-DE123818B8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54843861-9887-4F38-83AD-5593EBE79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8">
              <a:extLst>
                <a:ext uri="{FF2B5EF4-FFF2-40B4-BE49-F238E27FC236}">
                  <a16:creationId xmlns:a16="http://schemas.microsoft.com/office/drawing/2014/main" id="{2B6FE62B-2D82-44E9-9D4D-E1E2AE1B41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9">
              <a:extLst>
                <a:ext uri="{FF2B5EF4-FFF2-40B4-BE49-F238E27FC236}">
                  <a16:creationId xmlns:a16="http://schemas.microsoft.com/office/drawing/2014/main" id="{F04D67A9-738B-42F5-906C-FCC631EA3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72B5C90-92A6-4DED-AEA7-BD2C16E45DB9}"/>
              </a:ext>
            </a:extLst>
          </p:cNvPr>
          <p:cNvSpPr/>
          <p:nvPr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24">
            <a:extLst>
              <a:ext uri="{FF2B5EF4-FFF2-40B4-BE49-F238E27FC236}">
                <a16:creationId xmlns:a16="http://schemas.microsoft.com/office/drawing/2014/main" id="{17B4CC1C-0AB5-474C-BAE7-3F5D3B6A3C09}"/>
              </a:ext>
            </a:extLst>
          </p:cNvPr>
          <p:cNvSpPr/>
          <p:nvPr/>
        </p:nvSpPr>
        <p:spPr>
          <a:xfrm>
            <a:off x="1714501" y="-952499"/>
            <a:ext cx="8762998" cy="8762998"/>
          </a:xfrm>
          <a:custGeom>
            <a:avLst/>
            <a:gdLst>
              <a:gd name="connsiteX0" fmla="*/ 6767045 w 6767044"/>
              <a:gd name="connsiteY0" fmla="*/ 3383523 h 6767045"/>
              <a:gd name="connsiteX1" fmla="*/ 3383522 w 6767044"/>
              <a:gd name="connsiteY1" fmla="*/ 0 h 6767045"/>
              <a:gd name="connsiteX2" fmla="*/ 0 w 6767044"/>
              <a:gd name="connsiteY2" fmla="*/ 3383523 h 6767045"/>
              <a:gd name="connsiteX3" fmla="*/ 3383522 w 6767044"/>
              <a:gd name="connsiteY3" fmla="*/ 6767045 h 6767045"/>
              <a:gd name="connsiteX4" fmla="*/ 5076193 w 6767044"/>
              <a:gd name="connsiteY4" fmla="*/ 6313635 h 676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7044" h="6767045">
                <a:moveTo>
                  <a:pt x="6767045" y="3383523"/>
                </a:moveTo>
                <a:cubicBezTo>
                  <a:pt x="6767045" y="1514854"/>
                  <a:pt x="5252191" y="0"/>
                  <a:pt x="3383522" y="0"/>
                </a:cubicBezTo>
                <a:cubicBezTo>
                  <a:pt x="1514854" y="0"/>
                  <a:pt x="0" y="1514854"/>
                  <a:pt x="0" y="3383523"/>
                </a:cubicBezTo>
                <a:cubicBezTo>
                  <a:pt x="0" y="5252191"/>
                  <a:pt x="1514854" y="6767045"/>
                  <a:pt x="3383522" y="6767045"/>
                </a:cubicBezTo>
                <a:cubicBezTo>
                  <a:pt x="4000197" y="6767045"/>
                  <a:pt x="4578215" y="6601962"/>
                  <a:pt x="5076193" y="6313635"/>
                </a:cubicBezTo>
              </a:path>
            </a:pathLst>
          </a:custGeom>
          <a:noFill/>
          <a:ln w="11430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D0EFF82-06E6-0145-AAE3-B4AF25D74357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8" name="Freeform: Shape 12">
              <a:extLst>
                <a:ext uri="{FF2B5EF4-FFF2-40B4-BE49-F238E27FC236}">
                  <a16:creationId xmlns:a16="http://schemas.microsoft.com/office/drawing/2014/main" id="{BD3BC02F-FFB8-9049-9DE9-291CE8DDFB04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3">
              <a:extLst>
                <a:ext uri="{FF2B5EF4-FFF2-40B4-BE49-F238E27FC236}">
                  <a16:creationId xmlns:a16="http://schemas.microsoft.com/office/drawing/2014/main" id="{DE605ABF-2798-D44B-868D-F538307AAAF1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12270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13">
          <p15:clr>
            <a:srgbClr val="A4A3A4"/>
          </p15:clr>
        </p15:guide>
        <p15:guide id="2" pos="6267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1 Divider (Teal/Green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5">
            <a:extLst>
              <a:ext uri="{FF2B5EF4-FFF2-40B4-BE49-F238E27FC236}">
                <a16:creationId xmlns:a16="http://schemas.microsoft.com/office/drawing/2014/main" id="{B6B125B8-FB5E-4C71-8D9B-34E183EABE30}"/>
              </a:ext>
            </a:extLst>
          </p:cNvPr>
          <p:cNvSpPr/>
          <p:nvPr/>
        </p:nvSpPr>
        <p:spPr>
          <a:xfrm>
            <a:off x="-77579" y="304799"/>
            <a:ext cx="10545554" cy="5310189"/>
          </a:xfrm>
          <a:custGeom>
            <a:avLst/>
            <a:gdLst>
              <a:gd name="connsiteX0" fmla="*/ 0 w 10731855"/>
              <a:gd name="connsiteY0" fmla="*/ 1571788 h 5191127"/>
              <a:gd name="connsiteX1" fmla="*/ 4277659 w 10731855"/>
              <a:gd name="connsiteY1" fmla="*/ 0 h 5191127"/>
              <a:gd name="connsiteX2" fmla="*/ 10731856 w 10731855"/>
              <a:gd name="connsiteY2" fmla="*/ 5191128 h 5191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31855" h="5191127">
                <a:moveTo>
                  <a:pt x="0" y="1571788"/>
                </a:moveTo>
                <a:cubicBezTo>
                  <a:pt x="1152409" y="591359"/>
                  <a:pt x="2645960" y="0"/>
                  <a:pt x="4277659" y="0"/>
                </a:cubicBezTo>
                <a:cubicBezTo>
                  <a:pt x="7440265" y="0"/>
                  <a:pt x="10084110" y="2222353"/>
                  <a:pt x="10731856" y="5191128"/>
                </a:cubicBezTo>
              </a:path>
            </a:pathLst>
          </a:custGeom>
          <a:noFill/>
          <a:ln w="11430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F3FB76B-DBC1-4F3F-A32C-35D7AB9E4C83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E4F3E202-5251-4346-8234-AD87DF8D3D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5EE33DB3-1B1B-4A45-A5AE-8B93318CE0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5CEDDB83-1BFF-4C74-B791-5B7E3A221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9D324F73-6E33-4234-92E1-98CE34961B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3A4E9F4B-79D8-4760-A18F-C1AD61D63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B74EA68-3130-46EC-BBD0-CE7E4935A848}"/>
              </a:ext>
            </a:extLst>
          </p:cNvPr>
          <p:cNvSpPr/>
          <p:nvPr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EA96CE8-D9BC-9146-A518-8146EB22C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893888"/>
            <a:ext cx="7669213" cy="1355725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37FB669-BCC0-4543-8942-323F88C966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3525" y="3608387"/>
            <a:ext cx="7669213" cy="2160587"/>
          </a:xfrm>
        </p:spPr>
        <p:txBody>
          <a:bodyPr anchor="t" anchorCtr="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Section description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497DCE0-011D-6A4A-A28B-E7B9CDD50207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8" name="Freeform: Shape 12">
              <a:extLst>
                <a:ext uri="{FF2B5EF4-FFF2-40B4-BE49-F238E27FC236}">
                  <a16:creationId xmlns:a16="http://schemas.microsoft.com/office/drawing/2014/main" id="{959CB2CD-A3A0-9B41-AA62-B4D690D36F23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3">
              <a:extLst>
                <a:ext uri="{FF2B5EF4-FFF2-40B4-BE49-F238E27FC236}">
                  <a16:creationId xmlns:a16="http://schemas.microsoft.com/office/drawing/2014/main" id="{C5E989C9-0272-1840-A5EE-A73F661A3501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792983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2 Divider (Teal/Green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2F3FB76B-DBC1-4F3F-A32C-35D7AB9E4C83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E4F3E202-5251-4346-8234-AD87DF8D3D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5EE33DB3-1B1B-4A45-A5AE-8B93318CE0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5CEDDB83-1BFF-4C74-B791-5B7E3A221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9D324F73-6E33-4234-92E1-98CE34961B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3A4E9F4B-79D8-4760-A18F-C1AD61D63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B74EA68-3130-46EC-BBD0-CE7E4935A848}"/>
              </a:ext>
            </a:extLst>
          </p:cNvPr>
          <p:cNvSpPr/>
          <p:nvPr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EA96CE8-D9BC-9146-A518-8146EB22C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3138" y="1893888"/>
            <a:ext cx="7561262" cy="1355725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37FB669-BCC0-4543-8942-323F88C966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3608387"/>
            <a:ext cx="7561262" cy="2160587"/>
          </a:xfrm>
        </p:spPr>
        <p:txBody>
          <a:bodyPr anchor="t" anchorCtr="0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Section description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497DCE0-011D-6A4A-A28B-E7B9CDD50207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8" name="Freeform: Shape 12">
              <a:extLst>
                <a:ext uri="{FF2B5EF4-FFF2-40B4-BE49-F238E27FC236}">
                  <a16:creationId xmlns:a16="http://schemas.microsoft.com/office/drawing/2014/main" id="{959CB2CD-A3A0-9B41-AA62-B4D690D36F23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3">
              <a:extLst>
                <a:ext uri="{FF2B5EF4-FFF2-40B4-BE49-F238E27FC236}">
                  <a16:creationId xmlns:a16="http://schemas.microsoft.com/office/drawing/2014/main" id="{C5E989C9-0272-1840-A5EE-A73F661A3501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0" name="Graphic 24">
            <a:extLst>
              <a:ext uri="{FF2B5EF4-FFF2-40B4-BE49-F238E27FC236}">
                <a16:creationId xmlns:a16="http://schemas.microsoft.com/office/drawing/2014/main" id="{A437915E-4841-4540-85F5-BF1CE09FE05D}"/>
              </a:ext>
            </a:extLst>
          </p:cNvPr>
          <p:cNvSpPr/>
          <p:nvPr/>
        </p:nvSpPr>
        <p:spPr>
          <a:xfrm>
            <a:off x="1714501" y="-952499"/>
            <a:ext cx="8762998" cy="8762998"/>
          </a:xfrm>
          <a:custGeom>
            <a:avLst/>
            <a:gdLst>
              <a:gd name="connsiteX0" fmla="*/ 6767045 w 6767044"/>
              <a:gd name="connsiteY0" fmla="*/ 3383523 h 6767045"/>
              <a:gd name="connsiteX1" fmla="*/ 3383522 w 6767044"/>
              <a:gd name="connsiteY1" fmla="*/ 0 h 6767045"/>
              <a:gd name="connsiteX2" fmla="*/ 0 w 6767044"/>
              <a:gd name="connsiteY2" fmla="*/ 3383523 h 6767045"/>
              <a:gd name="connsiteX3" fmla="*/ 3383522 w 6767044"/>
              <a:gd name="connsiteY3" fmla="*/ 6767045 h 6767045"/>
              <a:gd name="connsiteX4" fmla="*/ 5076193 w 6767044"/>
              <a:gd name="connsiteY4" fmla="*/ 6313635 h 676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7044" h="6767045">
                <a:moveTo>
                  <a:pt x="6767045" y="3383523"/>
                </a:moveTo>
                <a:cubicBezTo>
                  <a:pt x="6767045" y="1514854"/>
                  <a:pt x="5252191" y="0"/>
                  <a:pt x="3383522" y="0"/>
                </a:cubicBezTo>
                <a:cubicBezTo>
                  <a:pt x="1514854" y="0"/>
                  <a:pt x="0" y="1514854"/>
                  <a:pt x="0" y="3383523"/>
                </a:cubicBezTo>
                <a:cubicBezTo>
                  <a:pt x="0" y="5252191"/>
                  <a:pt x="1514854" y="6767045"/>
                  <a:pt x="3383522" y="6767045"/>
                </a:cubicBezTo>
                <a:cubicBezTo>
                  <a:pt x="4000197" y="6767045"/>
                  <a:pt x="4578215" y="6601962"/>
                  <a:pt x="5076193" y="6313635"/>
                </a:cubicBezTo>
              </a:path>
            </a:pathLst>
          </a:custGeom>
          <a:noFill/>
          <a:ln w="11430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893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13">
          <p15:clr>
            <a:srgbClr val="A4A3A4"/>
          </p15:clr>
        </p15:guide>
        <p15:guide id="2" pos="6176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3 Divider (Teal/Green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F9979FDD-549F-4ACB-8FB4-540D628D5DE9}"/>
              </a:ext>
            </a:extLst>
          </p:cNvPr>
          <p:cNvSpPr/>
          <p:nvPr/>
        </p:nvSpPr>
        <p:spPr>
          <a:xfrm>
            <a:off x="287339" y="816040"/>
            <a:ext cx="933385" cy="9333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solidFill>
                  <a:schemeClr val="tx2"/>
                </a:solidFill>
              </a:rPr>
              <a:t>XX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CA0A310-FF9C-4ABE-9C75-F439D44CA63F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E0C918D-761C-4236-A937-B02B1F89C7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1D9B0F64-6A85-4CA6-BDF4-F3A21EE5B5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310B2CBD-D045-4F19-ADB0-DC01CF18C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F6D6DB4E-F514-4DC6-A231-1873E2C333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32A6EA30-7288-48EF-8A79-AFED44CE1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064E4E2-6E81-4359-BDCB-21BC7077A243}"/>
              </a:ext>
            </a:extLst>
          </p:cNvPr>
          <p:cNvSpPr/>
          <p:nvPr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A86E6B1-F20D-1749-950A-9BAA9D1A8D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893888"/>
            <a:ext cx="7669213" cy="1355725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A36FB10B-11B6-0348-8DDA-7AC6EF8876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3525" y="3608387"/>
            <a:ext cx="7669213" cy="2160587"/>
          </a:xfrm>
        </p:spPr>
        <p:txBody>
          <a:bodyPr anchor="t" anchorCtr="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Section description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08A6C07-B476-2646-A532-90199123FF46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5" name="Freeform: Shape 12">
              <a:extLst>
                <a:ext uri="{FF2B5EF4-FFF2-40B4-BE49-F238E27FC236}">
                  <a16:creationId xmlns:a16="http://schemas.microsoft.com/office/drawing/2014/main" id="{10DB13A1-1C04-5C4A-9A05-ACC253B6950D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335977CC-C3E6-1949-9F11-B1E471DCF2BE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130259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4 Divider (Teal/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598E000-3622-4651-9CD5-06FD599F2026}"/>
              </a:ext>
            </a:extLst>
          </p:cNvPr>
          <p:cNvSpPr/>
          <p:nvPr/>
        </p:nvSpPr>
        <p:spPr>
          <a:xfrm>
            <a:off x="0" y="-3739"/>
            <a:ext cx="12192000" cy="6865477"/>
          </a:xfrm>
          <a:prstGeom prst="rect">
            <a:avLst/>
          </a:prstGeom>
          <a:solidFill>
            <a:srgbClr val="61DFD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6E18BDE-80FF-4183-AEAC-886BF28599AA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D19F99E9-6326-40EC-AC37-560DE41CF7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9FD03E5F-1649-48B8-941E-31A1FEA355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594BAD7F-8776-47A3-9B12-8810B4CA0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94066F6C-6853-4D77-9BA5-CFBA04BB81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8876E4CF-7F76-4807-86E8-96F0A0580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87EC9E8-5BCD-4A15-A797-3ACB824EE9B8}"/>
              </a:ext>
            </a:extLst>
          </p:cNvPr>
          <p:cNvSpPr/>
          <p:nvPr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7DD0FB1-E058-7E44-B2F1-95F2874CF68F}"/>
              </a:ext>
            </a:extLst>
          </p:cNvPr>
          <p:cNvSpPr/>
          <p:nvPr/>
        </p:nvSpPr>
        <p:spPr>
          <a:xfrm>
            <a:off x="3287712" y="620712"/>
            <a:ext cx="5616575" cy="5616575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243F222-E880-274F-89E8-51343BD7F0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0487" y="2260344"/>
            <a:ext cx="4391025" cy="996951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2EBD044-07EC-E840-ADDA-BD642CC1D5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00488" y="3614085"/>
            <a:ext cx="4391024" cy="1444051"/>
          </a:xfrm>
        </p:spPr>
        <p:txBody>
          <a:bodyPr anchor="t" anchorCtr="0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Section description 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12342A4-9F16-484D-A619-BDBC6B85B69C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6DC4EA05-FF36-904D-9067-E424878B551B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A931F9D9-65BC-8B47-BE67-0A0D74023A08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954973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1 Agenda (Teal/Green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4D54044-23C0-4142-88BA-1DD4B846EA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9" y="441325"/>
            <a:ext cx="5629274" cy="10080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1E35C5B-1EB5-4A59-AB41-B5A36D3A0A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7339" y="2038812"/>
            <a:ext cx="11637962" cy="419847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/>
              <a:t>01	XXXXXX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/>
              <a:t>02	XXXXXX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/>
              <a:t>03	XXXXXX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/>
              <a:t>04	XXXXXX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/>
              <a:t>05	XXXXXX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37AFC19-DE74-5F4B-BEA0-D804C97B9E8B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0D86FFAA-45F2-3142-84D9-F3AD2388409B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50A0F5A8-8A49-9249-8506-557291DA0B31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53421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1 Cover (Picture/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882DFD4A-34F4-4462-BFC9-33678FEF75B8}"/>
              </a:ext>
            </a:extLst>
          </p:cNvPr>
          <p:cNvSpPr/>
          <p:nvPr/>
        </p:nvSpPr>
        <p:spPr>
          <a:xfrm>
            <a:off x="0" y="0"/>
            <a:ext cx="12192000" cy="6865477"/>
          </a:xfrm>
          <a:prstGeom prst="rect">
            <a:avLst/>
          </a:prstGeom>
          <a:solidFill>
            <a:srgbClr val="61DFD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D665F81-368B-45EB-A82A-A570F5F8FC69}"/>
              </a:ext>
            </a:extLst>
          </p:cNvPr>
          <p:cNvGrpSpPr/>
          <p:nvPr/>
        </p:nvGrpSpPr>
        <p:grpSpPr>
          <a:xfrm>
            <a:off x="10788650" y="6413250"/>
            <a:ext cx="1111250" cy="225425"/>
            <a:chOff x="292100" y="6413250"/>
            <a:chExt cx="1111250" cy="225425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00116A3-73D4-45F5-87C4-1B5C7043E240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06CDA53-3AC7-4D1D-A311-F5756206436C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527738A-EACB-4236-B557-9E49F5EA10D6}"/>
              </a:ext>
            </a:extLst>
          </p:cNvPr>
          <p:cNvSpPr/>
          <p:nvPr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36DD17A-92F2-400E-AA44-A748E92DECA9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3DE6E3C0-DE9E-4C08-B0DD-03F838AA54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7C73028B-3F06-4206-8447-9D08CBAFFD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B3B960D8-4160-4D88-96E0-70741522E7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Freeform 8">
              <a:extLst>
                <a:ext uri="{FF2B5EF4-FFF2-40B4-BE49-F238E27FC236}">
                  <a16:creationId xmlns:a16="http://schemas.microsoft.com/office/drawing/2014/main" id="{628E4A34-34FE-4FD2-9949-DD48DC5FBF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9">
              <a:extLst>
                <a:ext uri="{FF2B5EF4-FFF2-40B4-BE49-F238E27FC236}">
                  <a16:creationId xmlns:a16="http://schemas.microsoft.com/office/drawing/2014/main" id="{59DCB444-36A0-46DC-BDFC-7A2FE1CFB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0" name="Graphic 24">
            <a:extLst>
              <a:ext uri="{FF2B5EF4-FFF2-40B4-BE49-F238E27FC236}">
                <a16:creationId xmlns:a16="http://schemas.microsoft.com/office/drawing/2014/main" id="{0768C0C2-DCE3-EA40-83B5-8B5AF330F3D3}"/>
              </a:ext>
            </a:extLst>
          </p:cNvPr>
          <p:cNvSpPr/>
          <p:nvPr/>
        </p:nvSpPr>
        <p:spPr>
          <a:xfrm>
            <a:off x="2927350" y="258247"/>
            <a:ext cx="6337300" cy="6337300"/>
          </a:xfrm>
          <a:custGeom>
            <a:avLst/>
            <a:gdLst>
              <a:gd name="connsiteX0" fmla="*/ 6767045 w 6767044"/>
              <a:gd name="connsiteY0" fmla="*/ 3383523 h 6767045"/>
              <a:gd name="connsiteX1" fmla="*/ 3383522 w 6767044"/>
              <a:gd name="connsiteY1" fmla="*/ 0 h 6767045"/>
              <a:gd name="connsiteX2" fmla="*/ 0 w 6767044"/>
              <a:gd name="connsiteY2" fmla="*/ 3383523 h 6767045"/>
              <a:gd name="connsiteX3" fmla="*/ 3383522 w 6767044"/>
              <a:gd name="connsiteY3" fmla="*/ 6767045 h 6767045"/>
              <a:gd name="connsiteX4" fmla="*/ 5076193 w 6767044"/>
              <a:gd name="connsiteY4" fmla="*/ 6313635 h 676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7044" h="6767045">
                <a:moveTo>
                  <a:pt x="6767045" y="3383523"/>
                </a:moveTo>
                <a:cubicBezTo>
                  <a:pt x="6767045" y="1514854"/>
                  <a:pt x="5252191" y="0"/>
                  <a:pt x="3383522" y="0"/>
                </a:cubicBezTo>
                <a:cubicBezTo>
                  <a:pt x="1514854" y="0"/>
                  <a:pt x="0" y="1514854"/>
                  <a:pt x="0" y="3383523"/>
                </a:cubicBezTo>
                <a:cubicBezTo>
                  <a:pt x="0" y="5252191"/>
                  <a:pt x="1514854" y="6767045"/>
                  <a:pt x="3383522" y="6767045"/>
                </a:cubicBezTo>
                <a:cubicBezTo>
                  <a:pt x="4000197" y="6767045"/>
                  <a:pt x="4578215" y="6601962"/>
                  <a:pt x="5076193" y="6313635"/>
                </a:cubicBezTo>
              </a:path>
            </a:pathLst>
          </a:custGeom>
          <a:noFill/>
          <a:ln w="11430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310F3F10-075F-354F-B834-94A48B7FD0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7713" y="2262136"/>
            <a:ext cx="5616575" cy="1329595"/>
          </a:xfrm>
        </p:spPr>
        <p:txBody>
          <a:bodyPr wrap="square" anchor="ctr" anchorCtr="0">
            <a:normAutofit/>
          </a:bodyPr>
          <a:lstStyle>
            <a:lvl1pPr algn="ctr">
              <a:spcBef>
                <a:spcPts val="0"/>
              </a:spcBef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Short heading </a:t>
            </a:r>
            <a:br>
              <a:rPr lang="en-GB"/>
            </a:br>
            <a:r>
              <a:rPr lang="en-GB"/>
              <a:t>here only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133ED5A8-6562-A34A-B36B-1E614B6F06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7712" y="3931065"/>
            <a:ext cx="5616575" cy="721957"/>
          </a:xfrm>
        </p:spPr>
        <p:txBody>
          <a:bodyPr wrap="square" anchor="t" anchorCtr="0">
            <a:normAutofit/>
          </a:bodyPr>
          <a:lstStyle>
            <a:lvl1pPr algn="ctr"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Presentation description / event name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E2F24EDD-117F-6543-BAE2-025041C00F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7712" y="4820108"/>
            <a:ext cx="5616575" cy="443198"/>
          </a:xfrm>
        </p:spPr>
        <p:txBody>
          <a:bodyPr wrap="square" anchor="ctr" anchorCtr="0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Presenter name</a:t>
            </a:r>
          </a:p>
          <a:p>
            <a:pPr lvl="0"/>
            <a:r>
              <a:rPr lang="en-GB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837389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2 Cover (Picture/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FABF6B3-B7FC-4D65-9632-3448E34B2306}"/>
              </a:ext>
            </a:extLst>
          </p:cNvPr>
          <p:cNvSpPr/>
          <p:nvPr/>
        </p:nvSpPr>
        <p:spPr>
          <a:xfrm>
            <a:off x="0" y="-3739"/>
            <a:ext cx="12192000" cy="6865477"/>
          </a:xfrm>
          <a:prstGeom prst="rect">
            <a:avLst/>
          </a:prstGeom>
          <a:solidFill>
            <a:srgbClr val="61DFD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BA1EEE6-5F79-43D6-AE3D-EB264FAEE0A2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44ACCD13-8382-49F2-914E-956CDB3AC6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51D4BFE2-0073-4353-A468-CAAF1935D6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6A83F070-7A45-4ED4-91F6-DACDCB552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0BB2196E-A6EE-4D18-8CB8-6D925C47BC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5C9C51DA-FE75-498A-99DF-588086548F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01A9D79-3696-4F0E-8BC6-CB7501C09AE2}"/>
              </a:ext>
            </a:extLst>
          </p:cNvPr>
          <p:cNvGrpSpPr/>
          <p:nvPr/>
        </p:nvGrpSpPr>
        <p:grpSpPr>
          <a:xfrm>
            <a:off x="10788650" y="6413250"/>
            <a:ext cx="1111250" cy="225425"/>
            <a:chOff x="292100" y="6413250"/>
            <a:chExt cx="1111250" cy="225425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4AAD414-F940-4231-B4F7-7D2FE7EEFEDF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B86C6F2-247D-4A0A-B920-8E018E318769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0AA9D96-8B63-4E56-9B7D-1F8BA2C1EA9A}"/>
              </a:ext>
            </a:extLst>
          </p:cNvPr>
          <p:cNvSpPr/>
          <p:nvPr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Graphic 24">
            <a:extLst>
              <a:ext uri="{FF2B5EF4-FFF2-40B4-BE49-F238E27FC236}">
                <a16:creationId xmlns:a16="http://schemas.microsoft.com/office/drawing/2014/main" id="{380EE906-1B69-4287-87AA-ADC56BA7E89B}"/>
              </a:ext>
            </a:extLst>
          </p:cNvPr>
          <p:cNvSpPr/>
          <p:nvPr/>
        </p:nvSpPr>
        <p:spPr>
          <a:xfrm>
            <a:off x="1714501" y="-952499"/>
            <a:ext cx="8762998" cy="8762998"/>
          </a:xfrm>
          <a:custGeom>
            <a:avLst/>
            <a:gdLst>
              <a:gd name="connsiteX0" fmla="*/ 6767045 w 6767044"/>
              <a:gd name="connsiteY0" fmla="*/ 3383523 h 6767045"/>
              <a:gd name="connsiteX1" fmla="*/ 3383522 w 6767044"/>
              <a:gd name="connsiteY1" fmla="*/ 0 h 6767045"/>
              <a:gd name="connsiteX2" fmla="*/ 0 w 6767044"/>
              <a:gd name="connsiteY2" fmla="*/ 3383523 h 6767045"/>
              <a:gd name="connsiteX3" fmla="*/ 3383522 w 6767044"/>
              <a:gd name="connsiteY3" fmla="*/ 6767045 h 6767045"/>
              <a:gd name="connsiteX4" fmla="*/ 5076193 w 6767044"/>
              <a:gd name="connsiteY4" fmla="*/ 6313635 h 676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7044" h="6767045">
                <a:moveTo>
                  <a:pt x="6767045" y="3383523"/>
                </a:moveTo>
                <a:cubicBezTo>
                  <a:pt x="6767045" y="1514854"/>
                  <a:pt x="5252191" y="0"/>
                  <a:pt x="3383522" y="0"/>
                </a:cubicBezTo>
                <a:cubicBezTo>
                  <a:pt x="1514854" y="0"/>
                  <a:pt x="0" y="1514854"/>
                  <a:pt x="0" y="3383523"/>
                </a:cubicBezTo>
                <a:cubicBezTo>
                  <a:pt x="0" y="5252191"/>
                  <a:pt x="1514854" y="6767045"/>
                  <a:pt x="3383522" y="6767045"/>
                </a:cubicBezTo>
                <a:cubicBezTo>
                  <a:pt x="4000197" y="6767045"/>
                  <a:pt x="4578215" y="6601962"/>
                  <a:pt x="5076193" y="6313635"/>
                </a:cubicBezTo>
              </a:path>
            </a:pathLst>
          </a:custGeom>
          <a:noFill/>
          <a:ln w="11430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B1A68C8-783B-1F4F-850B-D80F6DDA7A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49487" y="1893888"/>
            <a:ext cx="7693026" cy="1355725"/>
          </a:xfrm>
        </p:spPr>
        <p:txBody>
          <a:bodyPr anchor="b" anchorCtr="0">
            <a:normAutofit/>
          </a:bodyPr>
          <a:lstStyle>
            <a:lvl1pPr>
              <a:spcBef>
                <a:spcPts val="0"/>
              </a:spcBef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Longer heading </a:t>
            </a:r>
            <a:br>
              <a:rPr lang="en-GB"/>
            </a:br>
            <a:r>
              <a:rPr lang="en-GB"/>
              <a:t>here but only two lines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FD6C2E15-C41B-4F4C-935D-CD18D4B235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9487" y="3608388"/>
            <a:ext cx="7693026" cy="765876"/>
          </a:xfrm>
        </p:spPr>
        <p:txBody>
          <a:bodyPr anchor="t" anchorCtr="0">
            <a:normAutofit/>
          </a:bodyPr>
          <a:lstStyle>
            <a:lvl1pPr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Presentation description / </a:t>
            </a:r>
            <a:br>
              <a:rPr lang="en-GB"/>
            </a:br>
            <a:r>
              <a:rPr lang="en-GB"/>
              <a:t>event name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B1866CAE-60D6-7B42-A848-B2A078ED4F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9487" y="4518264"/>
            <a:ext cx="7693026" cy="443198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Presenter name</a:t>
            </a:r>
          </a:p>
          <a:p>
            <a:pPr lvl="0"/>
            <a:r>
              <a:rPr lang="en-GB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1377584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1 Divider (Picture/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882DFD4A-34F4-4462-BFC9-33678FEF75B8}"/>
              </a:ext>
            </a:extLst>
          </p:cNvPr>
          <p:cNvSpPr/>
          <p:nvPr/>
        </p:nvSpPr>
        <p:spPr>
          <a:xfrm>
            <a:off x="0" y="-3739"/>
            <a:ext cx="12192000" cy="6865477"/>
          </a:xfrm>
          <a:prstGeom prst="rect">
            <a:avLst/>
          </a:prstGeom>
          <a:solidFill>
            <a:srgbClr val="61DFD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D665F81-368B-45EB-A82A-A570F5F8FC69}"/>
              </a:ext>
            </a:extLst>
          </p:cNvPr>
          <p:cNvGrpSpPr/>
          <p:nvPr/>
        </p:nvGrpSpPr>
        <p:grpSpPr>
          <a:xfrm>
            <a:off x="10788650" y="6413250"/>
            <a:ext cx="1111250" cy="225425"/>
            <a:chOff x="292100" y="6413250"/>
            <a:chExt cx="1111250" cy="225425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00116A3-73D4-45F5-87C4-1B5C7043E240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06CDA53-3AC7-4D1D-A311-F5756206436C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527738A-EACB-4236-B557-9E49F5EA10D6}"/>
              </a:ext>
            </a:extLst>
          </p:cNvPr>
          <p:cNvSpPr/>
          <p:nvPr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36DD17A-92F2-400E-AA44-A748E92DECA9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3DE6E3C0-DE9E-4C08-B0DD-03F838AA54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7C73028B-3F06-4206-8447-9D08CBAFFD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B3B960D8-4160-4D88-96E0-70741522E7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Freeform 8">
              <a:extLst>
                <a:ext uri="{FF2B5EF4-FFF2-40B4-BE49-F238E27FC236}">
                  <a16:creationId xmlns:a16="http://schemas.microsoft.com/office/drawing/2014/main" id="{628E4A34-34FE-4FD2-9949-DD48DC5FBF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9">
              <a:extLst>
                <a:ext uri="{FF2B5EF4-FFF2-40B4-BE49-F238E27FC236}">
                  <a16:creationId xmlns:a16="http://schemas.microsoft.com/office/drawing/2014/main" id="{59DCB444-36A0-46DC-BDFC-7A2FE1CFB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3" name="Graphic 24">
            <a:extLst>
              <a:ext uri="{FF2B5EF4-FFF2-40B4-BE49-F238E27FC236}">
                <a16:creationId xmlns:a16="http://schemas.microsoft.com/office/drawing/2014/main" id="{99F56875-AA19-0B42-B42B-D95FF160AA02}"/>
              </a:ext>
            </a:extLst>
          </p:cNvPr>
          <p:cNvSpPr/>
          <p:nvPr/>
        </p:nvSpPr>
        <p:spPr>
          <a:xfrm>
            <a:off x="1714501" y="-952499"/>
            <a:ext cx="8762998" cy="8762998"/>
          </a:xfrm>
          <a:custGeom>
            <a:avLst/>
            <a:gdLst>
              <a:gd name="connsiteX0" fmla="*/ 6767045 w 6767044"/>
              <a:gd name="connsiteY0" fmla="*/ 3383523 h 6767045"/>
              <a:gd name="connsiteX1" fmla="*/ 3383522 w 6767044"/>
              <a:gd name="connsiteY1" fmla="*/ 0 h 6767045"/>
              <a:gd name="connsiteX2" fmla="*/ 0 w 6767044"/>
              <a:gd name="connsiteY2" fmla="*/ 3383523 h 6767045"/>
              <a:gd name="connsiteX3" fmla="*/ 3383522 w 6767044"/>
              <a:gd name="connsiteY3" fmla="*/ 6767045 h 6767045"/>
              <a:gd name="connsiteX4" fmla="*/ 5076193 w 6767044"/>
              <a:gd name="connsiteY4" fmla="*/ 6313635 h 676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7044" h="6767045">
                <a:moveTo>
                  <a:pt x="6767045" y="3383523"/>
                </a:moveTo>
                <a:cubicBezTo>
                  <a:pt x="6767045" y="1514854"/>
                  <a:pt x="5252191" y="0"/>
                  <a:pt x="3383522" y="0"/>
                </a:cubicBezTo>
                <a:cubicBezTo>
                  <a:pt x="1514854" y="0"/>
                  <a:pt x="0" y="1514854"/>
                  <a:pt x="0" y="3383523"/>
                </a:cubicBezTo>
                <a:cubicBezTo>
                  <a:pt x="0" y="5252191"/>
                  <a:pt x="1514854" y="6767045"/>
                  <a:pt x="3383522" y="6767045"/>
                </a:cubicBezTo>
                <a:cubicBezTo>
                  <a:pt x="4000197" y="6767045"/>
                  <a:pt x="4578215" y="6601962"/>
                  <a:pt x="5076193" y="6313635"/>
                </a:cubicBezTo>
              </a:path>
            </a:pathLst>
          </a:custGeom>
          <a:noFill/>
          <a:ln w="11430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72B68AF-D720-5846-910F-4AA813A7DE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3138" y="1893888"/>
            <a:ext cx="7561262" cy="1355725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965885C5-74BB-3446-801B-5767A17471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3608387"/>
            <a:ext cx="7561262" cy="2160587"/>
          </a:xfrm>
        </p:spPr>
        <p:txBody>
          <a:bodyPr anchor="t" anchorCtr="0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Section description </a:t>
            </a:r>
          </a:p>
        </p:txBody>
      </p:sp>
    </p:spTree>
    <p:extLst>
      <p:ext uri="{BB962C8B-B14F-4D97-AF65-F5344CB8AC3E}">
        <p14:creationId xmlns:p14="http://schemas.microsoft.com/office/powerpoint/2010/main" val="27253392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2 Divider (Picture/Green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346E88E-7A66-4E60-A9C9-52D80E2B1262}"/>
              </a:ext>
            </a:extLst>
          </p:cNvPr>
          <p:cNvSpPr/>
          <p:nvPr/>
        </p:nvSpPr>
        <p:spPr>
          <a:xfrm>
            <a:off x="0" y="-3739"/>
            <a:ext cx="12192000" cy="6865477"/>
          </a:xfrm>
          <a:prstGeom prst="rect">
            <a:avLst/>
          </a:prstGeom>
          <a:solidFill>
            <a:srgbClr val="61DFD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8A0C7C-87A1-404D-B61C-17E9F5902AC6}"/>
              </a:ext>
            </a:extLst>
          </p:cNvPr>
          <p:cNvSpPr/>
          <p:nvPr/>
        </p:nvSpPr>
        <p:spPr>
          <a:xfrm>
            <a:off x="287339" y="816040"/>
            <a:ext cx="933385" cy="9333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solidFill>
                  <a:schemeClr val="tx2"/>
                </a:solidFill>
              </a:rPr>
              <a:t>XX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F272D90-0F3F-4B96-BA2D-9F9AEC08B5CD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F597634A-494B-4D6E-AC2F-E29EC92267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97786E6C-77B1-45CE-B455-BC65C99AA1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53762890-251F-41E5-9F4D-B4F7E6EFC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Freeform 8">
              <a:extLst>
                <a:ext uri="{FF2B5EF4-FFF2-40B4-BE49-F238E27FC236}">
                  <a16:creationId xmlns:a16="http://schemas.microsoft.com/office/drawing/2014/main" id="{BE48F9D2-830C-4FF2-AD0B-FF7A4B7567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9">
              <a:extLst>
                <a:ext uri="{FF2B5EF4-FFF2-40B4-BE49-F238E27FC236}">
                  <a16:creationId xmlns:a16="http://schemas.microsoft.com/office/drawing/2014/main" id="{AC44D111-C99A-4DC3-93F8-9A927FBA4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A9186C1-F5F8-4FAF-8BBD-A986EFC833C8}"/>
              </a:ext>
            </a:extLst>
          </p:cNvPr>
          <p:cNvGrpSpPr/>
          <p:nvPr/>
        </p:nvGrpSpPr>
        <p:grpSpPr>
          <a:xfrm>
            <a:off x="10788650" y="6413250"/>
            <a:ext cx="1111250" cy="225425"/>
            <a:chOff x="292100" y="6413250"/>
            <a:chExt cx="1111250" cy="225425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0D741E1-A4E4-4260-8522-E17A98018356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052E6C1-ECC0-4750-B5DD-AC1C2D6307A5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5F4B4E8-593D-41DB-A324-BD5D05E2EAA5}"/>
              </a:ext>
            </a:extLst>
          </p:cNvPr>
          <p:cNvSpPr/>
          <p:nvPr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379C8-CC2C-884A-8925-6D82D90FBD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893888"/>
            <a:ext cx="7669213" cy="1355725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6D35E16-4EE8-4347-BD15-404B9E8BA8B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3525" y="3608387"/>
            <a:ext cx="7669213" cy="2160587"/>
          </a:xfrm>
        </p:spPr>
        <p:txBody>
          <a:bodyPr anchor="t" anchorCtr="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Section description </a:t>
            </a:r>
          </a:p>
        </p:txBody>
      </p:sp>
    </p:spTree>
    <p:extLst>
      <p:ext uri="{BB962C8B-B14F-4D97-AF65-F5344CB8AC3E}">
        <p14:creationId xmlns:p14="http://schemas.microsoft.com/office/powerpoint/2010/main" val="38823657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1 Divider (Penpic/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D47358F-F59C-44D7-A41B-43594B83DAC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7339" y="4193477"/>
            <a:ext cx="1237785" cy="1572322"/>
          </a:xfrm>
          <a:prstGeom prst="rect">
            <a:avLst/>
          </a:prstGeom>
        </p:spPr>
      </p:pic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240B64B7-C6F0-423A-839B-0918247B17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339" y="5872690"/>
            <a:ext cx="5735637" cy="311554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Person First Name, Last Name</a:t>
            </a:r>
          </a:p>
          <a:p>
            <a:pPr lvl="0"/>
            <a:r>
              <a:rPr lang="en-GB"/>
              <a:t>Title, Location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489A89B-77DF-4CE6-8370-2B737D333B6E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tx1"/>
          </a:solidFill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425B6982-6199-4148-83E7-18AED2AF8E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C8D6F83E-4C60-4EE4-A124-EF41FC9C16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7">
              <a:extLst>
                <a:ext uri="{FF2B5EF4-FFF2-40B4-BE49-F238E27FC236}">
                  <a16:creationId xmlns:a16="http://schemas.microsoft.com/office/drawing/2014/main" id="{EB4C7FDC-746C-4B3D-9EED-EAF69DE51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Freeform 8">
              <a:extLst>
                <a:ext uri="{FF2B5EF4-FFF2-40B4-BE49-F238E27FC236}">
                  <a16:creationId xmlns:a16="http://schemas.microsoft.com/office/drawing/2014/main" id="{25A4EBB9-39B0-4C07-9035-3193AF5E92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Freeform 9">
              <a:extLst>
                <a:ext uri="{FF2B5EF4-FFF2-40B4-BE49-F238E27FC236}">
                  <a16:creationId xmlns:a16="http://schemas.microsoft.com/office/drawing/2014/main" id="{F0FA2954-DC4C-4A7E-8F61-AFEC8435FB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42EB699-7C45-480F-A85E-883B1A30766A}"/>
              </a:ext>
            </a:extLst>
          </p:cNvPr>
          <p:cNvSpPr/>
          <p:nvPr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6BFF15A-9E08-F141-99DB-BDDD2FAFF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893888"/>
            <a:ext cx="7669213" cy="1355725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defRPr sz="48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E6771ED-5239-BD48-9524-42390DCBBE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3525" y="3608387"/>
            <a:ext cx="7669213" cy="2160587"/>
          </a:xfrm>
        </p:spPr>
        <p:txBody>
          <a:bodyPr anchor="t" anchorCtr="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Section description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41A7AD5-2CC4-5948-AB2F-52A2A2D5FED6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1" name="Freeform: Shape 12">
              <a:extLst>
                <a:ext uri="{FF2B5EF4-FFF2-40B4-BE49-F238E27FC236}">
                  <a16:creationId xmlns:a16="http://schemas.microsoft.com/office/drawing/2014/main" id="{4C1204CC-273E-064D-B34B-8BFE78B41A0C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7EA04C04-AF1B-1844-AD7F-C9DD1364037C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760656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1 Divider (Penpic/Teal)">
    <p:bg>
      <p:bgPr>
        <a:solidFill>
          <a:srgbClr val="003D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D47358F-F59C-44D7-A41B-43594B83DAC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7339" y="4193477"/>
            <a:ext cx="1237785" cy="1572322"/>
          </a:xfrm>
          <a:prstGeom prst="rect">
            <a:avLst/>
          </a:prstGeom>
        </p:spPr>
      </p:pic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240B64B7-C6F0-423A-839B-0918247B17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339" y="5872690"/>
            <a:ext cx="5735637" cy="311554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10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Person First Name, Last Name</a:t>
            </a:r>
          </a:p>
          <a:p>
            <a:pPr lvl="0"/>
            <a:r>
              <a:rPr lang="en-GB"/>
              <a:t>Title, Location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A6260A9-B467-47DF-97C5-FC88AD036EA9}"/>
              </a:ext>
            </a:extLst>
          </p:cNvPr>
          <p:cNvGrpSpPr/>
          <p:nvPr/>
        </p:nvGrpSpPr>
        <p:grpSpPr>
          <a:xfrm>
            <a:off x="10601983" y="286755"/>
            <a:ext cx="1297917" cy="302151"/>
            <a:chOff x="10601983" y="286755"/>
            <a:chExt cx="1297917" cy="302151"/>
          </a:xfrm>
          <a:solidFill>
            <a:schemeClr val="bg1"/>
          </a:soli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8EBE39D4-F878-47FD-B7EA-D522B7DEAA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1983" y="296256"/>
              <a:ext cx="273646" cy="283148"/>
            </a:xfrm>
            <a:custGeom>
              <a:avLst/>
              <a:gdLst>
                <a:gd name="T0" fmla="*/ 205 w 467"/>
                <a:gd name="T1" fmla="*/ 280 h 480"/>
                <a:gd name="T2" fmla="*/ 205 w 467"/>
                <a:gd name="T3" fmla="*/ 280 h 480"/>
                <a:gd name="T4" fmla="*/ 274 w 467"/>
                <a:gd name="T5" fmla="*/ 114 h 480"/>
                <a:gd name="T6" fmla="*/ 275 w 467"/>
                <a:gd name="T7" fmla="*/ 114 h 480"/>
                <a:gd name="T8" fmla="*/ 311 w 467"/>
                <a:gd name="T9" fmla="*/ 280 h 480"/>
                <a:gd name="T10" fmla="*/ 205 w 467"/>
                <a:gd name="T11" fmla="*/ 280 h 480"/>
                <a:gd name="T12" fmla="*/ 205 w 467"/>
                <a:gd name="T13" fmla="*/ 280 h 480"/>
                <a:gd name="T14" fmla="*/ 353 w 467"/>
                <a:gd name="T15" fmla="*/ 480 h 480"/>
                <a:gd name="T16" fmla="*/ 353 w 467"/>
                <a:gd name="T17" fmla="*/ 480 h 480"/>
                <a:gd name="T18" fmla="*/ 467 w 467"/>
                <a:gd name="T19" fmla="*/ 480 h 480"/>
                <a:gd name="T20" fmla="*/ 356 w 467"/>
                <a:gd name="T21" fmla="*/ 0 h 480"/>
                <a:gd name="T22" fmla="*/ 226 w 467"/>
                <a:gd name="T23" fmla="*/ 0 h 480"/>
                <a:gd name="T24" fmla="*/ 0 w 467"/>
                <a:gd name="T25" fmla="*/ 480 h 480"/>
                <a:gd name="T26" fmla="*/ 121 w 467"/>
                <a:gd name="T27" fmla="*/ 480 h 480"/>
                <a:gd name="T28" fmla="*/ 160 w 467"/>
                <a:gd name="T29" fmla="*/ 386 h 480"/>
                <a:gd name="T30" fmla="*/ 333 w 467"/>
                <a:gd name="T31" fmla="*/ 386 h 480"/>
                <a:gd name="T32" fmla="*/ 353 w 467"/>
                <a:gd name="T33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7" h="480">
                  <a:moveTo>
                    <a:pt x="205" y="280"/>
                  </a:moveTo>
                  <a:lnTo>
                    <a:pt x="205" y="280"/>
                  </a:lnTo>
                  <a:lnTo>
                    <a:pt x="274" y="114"/>
                  </a:lnTo>
                  <a:lnTo>
                    <a:pt x="275" y="114"/>
                  </a:lnTo>
                  <a:lnTo>
                    <a:pt x="311" y="280"/>
                  </a:lnTo>
                  <a:lnTo>
                    <a:pt x="205" y="280"/>
                  </a:lnTo>
                  <a:lnTo>
                    <a:pt x="205" y="280"/>
                  </a:lnTo>
                  <a:close/>
                  <a:moveTo>
                    <a:pt x="353" y="480"/>
                  </a:moveTo>
                  <a:lnTo>
                    <a:pt x="353" y="480"/>
                  </a:lnTo>
                  <a:lnTo>
                    <a:pt x="467" y="480"/>
                  </a:lnTo>
                  <a:lnTo>
                    <a:pt x="356" y="0"/>
                  </a:lnTo>
                  <a:lnTo>
                    <a:pt x="226" y="0"/>
                  </a:lnTo>
                  <a:lnTo>
                    <a:pt x="0" y="480"/>
                  </a:lnTo>
                  <a:lnTo>
                    <a:pt x="121" y="480"/>
                  </a:lnTo>
                  <a:lnTo>
                    <a:pt x="160" y="386"/>
                  </a:lnTo>
                  <a:lnTo>
                    <a:pt x="333" y="386"/>
                  </a:lnTo>
                  <a:lnTo>
                    <a:pt x="353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68E00F20-AA77-4E5B-974E-FC1E992192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5629" y="296256"/>
              <a:ext cx="241341" cy="283148"/>
            </a:xfrm>
            <a:custGeom>
              <a:avLst/>
              <a:gdLst>
                <a:gd name="T0" fmla="*/ 325 w 410"/>
                <a:gd name="T1" fmla="*/ 295 h 480"/>
                <a:gd name="T2" fmla="*/ 325 w 410"/>
                <a:gd name="T3" fmla="*/ 295 h 480"/>
                <a:gd name="T4" fmla="*/ 28 w 410"/>
                <a:gd name="T5" fmla="*/ 295 h 480"/>
                <a:gd name="T6" fmla="*/ 45 w 410"/>
                <a:gd name="T7" fmla="*/ 184 h 480"/>
                <a:gd name="T8" fmla="*/ 341 w 410"/>
                <a:gd name="T9" fmla="*/ 184 h 480"/>
                <a:gd name="T10" fmla="*/ 325 w 410"/>
                <a:gd name="T11" fmla="*/ 295 h 480"/>
                <a:gd name="T12" fmla="*/ 325 w 410"/>
                <a:gd name="T13" fmla="*/ 295 h 480"/>
                <a:gd name="T14" fmla="*/ 393 w 410"/>
                <a:gd name="T15" fmla="*/ 111 h 480"/>
                <a:gd name="T16" fmla="*/ 393 w 410"/>
                <a:gd name="T17" fmla="*/ 111 h 480"/>
                <a:gd name="T18" fmla="*/ 55 w 410"/>
                <a:gd name="T19" fmla="*/ 111 h 480"/>
                <a:gd name="T20" fmla="*/ 72 w 410"/>
                <a:gd name="T21" fmla="*/ 0 h 480"/>
                <a:gd name="T22" fmla="*/ 410 w 410"/>
                <a:gd name="T23" fmla="*/ 0 h 480"/>
                <a:gd name="T24" fmla="*/ 393 w 410"/>
                <a:gd name="T25" fmla="*/ 111 h 480"/>
                <a:gd name="T26" fmla="*/ 393 w 410"/>
                <a:gd name="T27" fmla="*/ 111 h 480"/>
                <a:gd name="T28" fmla="*/ 354 w 410"/>
                <a:gd name="T29" fmla="*/ 368 h 480"/>
                <a:gd name="T30" fmla="*/ 354 w 410"/>
                <a:gd name="T31" fmla="*/ 368 h 480"/>
                <a:gd name="T32" fmla="*/ 17 w 410"/>
                <a:gd name="T33" fmla="*/ 368 h 480"/>
                <a:gd name="T34" fmla="*/ 0 w 410"/>
                <a:gd name="T35" fmla="*/ 480 h 480"/>
                <a:gd name="T36" fmla="*/ 338 w 410"/>
                <a:gd name="T37" fmla="*/ 480 h 480"/>
                <a:gd name="T38" fmla="*/ 354 w 410"/>
                <a:gd name="T39" fmla="*/ 368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10" h="480">
                  <a:moveTo>
                    <a:pt x="325" y="295"/>
                  </a:moveTo>
                  <a:lnTo>
                    <a:pt x="325" y="295"/>
                  </a:lnTo>
                  <a:lnTo>
                    <a:pt x="28" y="295"/>
                  </a:lnTo>
                  <a:lnTo>
                    <a:pt x="45" y="184"/>
                  </a:lnTo>
                  <a:lnTo>
                    <a:pt x="341" y="184"/>
                  </a:lnTo>
                  <a:lnTo>
                    <a:pt x="325" y="295"/>
                  </a:lnTo>
                  <a:lnTo>
                    <a:pt x="325" y="295"/>
                  </a:lnTo>
                  <a:close/>
                  <a:moveTo>
                    <a:pt x="393" y="111"/>
                  </a:moveTo>
                  <a:lnTo>
                    <a:pt x="393" y="111"/>
                  </a:lnTo>
                  <a:lnTo>
                    <a:pt x="55" y="111"/>
                  </a:lnTo>
                  <a:lnTo>
                    <a:pt x="72" y="0"/>
                  </a:lnTo>
                  <a:lnTo>
                    <a:pt x="410" y="0"/>
                  </a:lnTo>
                  <a:lnTo>
                    <a:pt x="393" y="111"/>
                  </a:lnTo>
                  <a:lnTo>
                    <a:pt x="393" y="111"/>
                  </a:lnTo>
                  <a:close/>
                  <a:moveTo>
                    <a:pt x="354" y="368"/>
                  </a:moveTo>
                  <a:lnTo>
                    <a:pt x="354" y="368"/>
                  </a:lnTo>
                  <a:lnTo>
                    <a:pt x="17" y="368"/>
                  </a:lnTo>
                  <a:lnTo>
                    <a:pt x="0" y="480"/>
                  </a:lnTo>
                  <a:lnTo>
                    <a:pt x="338" y="480"/>
                  </a:lnTo>
                  <a:lnTo>
                    <a:pt x="354" y="36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D7AA3596-62E1-455D-8BE7-D3F11FF96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065" y="290556"/>
              <a:ext cx="235639" cy="294550"/>
            </a:xfrm>
            <a:custGeom>
              <a:avLst/>
              <a:gdLst>
                <a:gd name="T0" fmla="*/ 351 w 400"/>
                <a:gd name="T1" fmla="*/ 366 h 499"/>
                <a:gd name="T2" fmla="*/ 351 w 400"/>
                <a:gd name="T3" fmla="*/ 366 h 499"/>
                <a:gd name="T4" fmla="*/ 247 w 400"/>
                <a:gd name="T5" fmla="*/ 384 h 499"/>
                <a:gd name="T6" fmla="*/ 124 w 400"/>
                <a:gd name="T7" fmla="*/ 255 h 499"/>
                <a:gd name="T8" fmla="*/ 271 w 400"/>
                <a:gd name="T9" fmla="*/ 115 h 499"/>
                <a:gd name="T10" fmla="*/ 377 w 400"/>
                <a:gd name="T11" fmla="*/ 155 h 499"/>
                <a:gd name="T12" fmla="*/ 400 w 400"/>
                <a:gd name="T13" fmla="*/ 40 h 499"/>
                <a:gd name="T14" fmla="*/ 262 w 400"/>
                <a:gd name="T15" fmla="*/ 0 h 499"/>
                <a:gd name="T16" fmla="*/ 5 w 400"/>
                <a:gd name="T17" fmla="*/ 260 h 499"/>
                <a:gd name="T18" fmla="*/ 227 w 400"/>
                <a:gd name="T19" fmla="*/ 499 h 499"/>
                <a:gd name="T20" fmla="*/ 334 w 400"/>
                <a:gd name="T21" fmla="*/ 482 h 499"/>
                <a:gd name="T22" fmla="*/ 351 w 400"/>
                <a:gd name="T23" fmla="*/ 366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0" h="499">
                  <a:moveTo>
                    <a:pt x="351" y="366"/>
                  </a:moveTo>
                  <a:lnTo>
                    <a:pt x="351" y="366"/>
                  </a:lnTo>
                  <a:cubicBezTo>
                    <a:pt x="319" y="381"/>
                    <a:pt x="271" y="384"/>
                    <a:pt x="247" y="384"/>
                  </a:cubicBezTo>
                  <a:cubicBezTo>
                    <a:pt x="171" y="384"/>
                    <a:pt x="121" y="332"/>
                    <a:pt x="124" y="255"/>
                  </a:cubicBezTo>
                  <a:cubicBezTo>
                    <a:pt x="126" y="174"/>
                    <a:pt x="188" y="115"/>
                    <a:pt x="271" y="115"/>
                  </a:cubicBezTo>
                  <a:cubicBezTo>
                    <a:pt x="311" y="115"/>
                    <a:pt x="346" y="128"/>
                    <a:pt x="377" y="155"/>
                  </a:cubicBezTo>
                  <a:lnTo>
                    <a:pt x="400" y="40"/>
                  </a:lnTo>
                  <a:cubicBezTo>
                    <a:pt x="352" y="12"/>
                    <a:pt x="312" y="0"/>
                    <a:pt x="262" y="0"/>
                  </a:cubicBezTo>
                  <a:cubicBezTo>
                    <a:pt x="124" y="0"/>
                    <a:pt x="10" y="115"/>
                    <a:pt x="5" y="260"/>
                  </a:cubicBezTo>
                  <a:cubicBezTo>
                    <a:pt x="0" y="400"/>
                    <a:pt x="92" y="499"/>
                    <a:pt x="227" y="499"/>
                  </a:cubicBezTo>
                  <a:cubicBezTo>
                    <a:pt x="251" y="499"/>
                    <a:pt x="302" y="496"/>
                    <a:pt x="334" y="482"/>
                  </a:cubicBezTo>
                  <a:lnTo>
                    <a:pt x="351" y="3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A55D6F37-7B0C-4AEF-ABF0-F6AF8AC56D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8901" y="286755"/>
              <a:ext cx="285048" cy="302151"/>
            </a:xfrm>
            <a:custGeom>
              <a:avLst/>
              <a:gdLst>
                <a:gd name="T0" fmla="*/ 355 w 484"/>
                <a:gd name="T1" fmla="*/ 274 h 514"/>
                <a:gd name="T2" fmla="*/ 355 w 484"/>
                <a:gd name="T3" fmla="*/ 274 h 514"/>
                <a:gd name="T4" fmla="*/ 281 w 484"/>
                <a:gd name="T5" fmla="*/ 117 h 514"/>
                <a:gd name="T6" fmla="*/ 134 w 484"/>
                <a:gd name="T7" fmla="*/ 241 h 514"/>
                <a:gd name="T8" fmla="*/ 208 w 484"/>
                <a:gd name="T9" fmla="*/ 398 h 514"/>
                <a:gd name="T10" fmla="*/ 355 w 484"/>
                <a:gd name="T11" fmla="*/ 274 h 514"/>
                <a:gd name="T12" fmla="*/ 355 w 484"/>
                <a:gd name="T13" fmla="*/ 274 h 514"/>
                <a:gd name="T14" fmla="*/ 276 w 484"/>
                <a:gd name="T15" fmla="*/ 9 h 514"/>
                <a:gd name="T16" fmla="*/ 276 w 484"/>
                <a:gd name="T17" fmla="*/ 9 h 514"/>
                <a:gd name="T18" fmla="*/ 470 w 484"/>
                <a:gd name="T19" fmla="*/ 263 h 514"/>
                <a:gd name="T20" fmla="*/ 208 w 484"/>
                <a:gd name="T21" fmla="*/ 504 h 514"/>
                <a:gd name="T22" fmla="*/ 14 w 484"/>
                <a:gd name="T23" fmla="*/ 251 h 514"/>
                <a:gd name="T24" fmla="*/ 276 w 484"/>
                <a:gd name="T25" fmla="*/ 9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4" h="514">
                  <a:moveTo>
                    <a:pt x="355" y="274"/>
                  </a:moveTo>
                  <a:lnTo>
                    <a:pt x="355" y="274"/>
                  </a:lnTo>
                  <a:cubicBezTo>
                    <a:pt x="373" y="193"/>
                    <a:pt x="343" y="130"/>
                    <a:pt x="281" y="117"/>
                  </a:cubicBezTo>
                  <a:cubicBezTo>
                    <a:pt x="214" y="104"/>
                    <a:pt x="152" y="155"/>
                    <a:pt x="134" y="241"/>
                  </a:cubicBezTo>
                  <a:cubicBezTo>
                    <a:pt x="117" y="322"/>
                    <a:pt x="147" y="385"/>
                    <a:pt x="208" y="398"/>
                  </a:cubicBezTo>
                  <a:cubicBezTo>
                    <a:pt x="276" y="412"/>
                    <a:pt x="337" y="360"/>
                    <a:pt x="355" y="274"/>
                  </a:cubicBezTo>
                  <a:lnTo>
                    <a:pt x="355" y="274"/>
                  </a:lnTo>
                  <a:close/>
                  <a:moveTo>
                    <a:pt x="276" y="9"/>
                  </a:moveTo>
                  <a:lnTo>
                    <a:pt x="276" y="9"/>
                  </a:lnTo>
                  <a:cubicBezTo>
                    <a:pt x="404" y="18"/>
                    <a:pt x="484" y="123"/>
                    <a:pt x="470" y="263"/>
                  </a:cubicBezTo>
                  <a:cubicBezTo>
                    <a:pt x="455" y="407"/>
                    <a:pt x="339" y="514"/>
                    <a:pt x="208" y="504"/>
                  </a:cubicBezTo>
                  <a:cubicBezTo>
                    <a:pt x="79" y="495"/>
                    <a:pt x="0" y="391"/>
                    <a:pt x="14" y="251"/>
                  </a:cubicBezTo>
                  <a:cubicBezTo>
                    <a:pt x="29" y="107"/>
                    <a:pt x="145" y="0"/>
                    <a:pt x="276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9417C7CC-49C0-4526-91B4-1F638C8C7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5444" y="296256"/>
              <a:ext cx="334456" cy="283148"/>
            </a:xfrm>
            <a:custGeom>
              <a:avLst/>
              <a:gdLst>
                <a:gd name="T0" fmla="*/ 569 w 569"/>
                <a:gd name="T1" fmla="*/ 481 h 481"/>
                <a:gd name="T2" fmla="*/ 569 w 569"/>
                <a:gd name="T3" fmla="*/ 481 h 481"/>
                <a:gd name="T4" fmla="*/ 560 w 569"/>
                <a:gd name="T5" fmla="*/ 0 h 481"/>
                <a:gd name="T6" fmla="*/ 452 w 569"/>
                <a:gd name="T7" fmla="*/ 0 h 481"/>
                <a:gd name="T8" fmla="*/ 313 w 569"/>
                <a:gd name="T9" fmla="*/ 271 h 481"/>
                <a:gd name="T10" fmla="*/ 257 w 569"/>
                <a:gd name="T11" fmla="*/ 0 h 481"/>
                <a:gd name="T12" fmla="*/ 149 w 569"/>
                <a:gd name="T13" fmla="*/ 0 h 481"/>
                <a:gd name="T14" fmla="*/ 0 w 569"/>
                <a:gd name="T15" fmla="*/ 481 h 481"/>
                <a:gd name="T16" fmla="*/ 119 w 569"/>
                <a:gd name="T17" fmla="*/ 481 h 481"/>
                <a:gd name="T18" fmla="*/ 200 w 569"/>
                <a:gd name="T19" fmla="*/ 199 h 481"/>
                <a:gd name="T20" fmla="*/ 251 w 569"/>
                <a:gd name="T21" fmla="*/ 481 h 481"/>
                <a:gd name="T22" fmla="*/ 312 w 569"/>
                <a:gd name="T23" fmla="*/ 481 h 481"/>
                <a:gd name="T24" fmla="*/ 453 w 569"/>
                <a:gd name="T25" fmla="*/ 200 h 481"/>
                <a:gd name="T26" fmla="*/ 451 w 569"/>
                <a:gd name="T27" fmla="*/ 481 h 481"/>
                <a:gd name="T28" fmla="*/ 569 w 569"/>
                <a:gd name="T29" fmla="*/ 48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9" h="481">
                  <a:moveTo>
                    <a:pt x="569" y="481"/>
                  </a:moveTo>
                  <a:lnTo>
                    <a:pt x="569" y="481"/>
                  </a:lnTo>
                  <a:lnTo>
                    <a:pt x="560" y="0"/>
                  </a:lnTo>
                  <a:lnTo>
                    <a:pt x="452" y="0"/>
                  </a:lnTo>
                  <a:lnTo>
                    <a:pt x="313" y="271"/>
                  </a:lnTo>
                  <a:lnTo>
                    <a:pt x="257" y="0"/>
                  </a:lnTo>
                  <a:lnTo>
                    <a:pt x="149" y="0"/>
                  </a:lnTo>
                  <a:lnTo>
                    <a:pt x="0" y="481"/>
                  </a:lnTo>
                  <a:lnTo>
                    <a:pt x="119" y="481"/>
                  </a:lnTo>
                  <a:lnTo>
                    <a:pt x="200" y="199"/>
                  </a:lnTo>
                  <a:lnTo>
                    <a:pt x="251" y="481"/>
                  </a:lnTo>
                  <a:lnTo>
                    <a:pt x="312" y="481"/>
                  </a:lnTo>
                  <a:lnTo>
                    <a:pt x="453" y="200"/>
                  </a:lnTo>
                  <a:lnTo>
                    <a:pt x="451" y="481"/>
                  </a:lnTo>
                  <a:lnTo>
                    <a:pt x="569" y="4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8AB93FB-2CC4-4739-9DE5-D6101E938026}"/>
              </a:ext>
            </a:extLst>
          </p:cNvPr>
          <p:cNvGrpSpPr/>
          <p:nvPr/>
        </p:nvGrpSpPr>
        <p:grpSpPr>
          <a:xfrm>
            <a:off x="10788650" y="6413250"/>
            <a:ext cx="1111250" cy="225425"/>
            <a:chOff x="292100" y="6413250"/>
            <a:chExt cx="1111250" cy="225425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C86AC34-408F-4FD7-A5A6-62449AD8CCE3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99B5213-1C64-4DA6-9A29-F782EA0FFAEC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F7F9567-84EF-40D1-BA86-1ACDFAB00AA6}"/>
              </a:ext>
            </a:extLst>
          </p:cNvPr>
          <p:cNvSpPr/>
          <p:nvPr/>
        </p:nvSpPr>
        <p:spPr>
          <a:xfrm>
            <a:off x="292100" y="6416265"/>
            <a:ext cx="2147637" cy="201600"/>
          </a:xfrm>
          <a:custGeom>
            <a:avLst/>
            <a:gdLst>
              <a:gd name="connsiteX0" fmla="*/ 57150 w 1227772"/>
              <a:gd name="connsiteY0" fmla="*/ 42863 h 115252"/>
              <a:gd name="connsiteX1" fmla="*/ 25718 w 1227772"/>
              <a:gd name="connsiteY1" fmla="*/ 80010 h 115252"/>
              <a:gd name="connsiteX2" fmla="*/ 20955 w 1227772"/>
              <a:gd name="connsiteY2" fmla="*/ 80010 h 115252"/>
              <a:gd name="connsiteX3" fmla="*/ 20955 w 1227772"/>
              <a:gd name="connsiteY3" fmla="*/ 4763 h 115252"/>
              <a:gd name="connsiteX4" fmla="*/ 23813 w 1227772"/>
              <a:gd name="connsiteY4" fmla="*/ 4763 h 115252"/>
              <a:gd name="connsiteX5" fmla="*/ 57150 w 1227772"/>
              <a:gd name="connsiteY5" fmla="*/ 42863 h 115252"/>
              <a:gd name="connsiteX6" fmla="*/ 70485 w 1227772"/>
              <a:gd name="connsiteY6" fmla="*/ 43815 h 115252"/>
              <a:gd name="connsiteX7" fmla="*/ 27622 w 1227772"/>
              <a:gd name="connsiteY7" fmla="*/ 0 h 115252"/>
              <a:gd name="connsiteX8" fmla="*/ 0 w 1227772"/>
              <a:gd name="connsiteY8" fmla="*/ 0 h 115252"/>
              <a:gd name="connsiteX9" fmla="*/ 0 w 1227772"/>
              <a:gd name="connsiteY9" fmla="*/ 4763 h 115252"/>
              <a:gd name="connsiteX10" fmla="*/ 9525 w 1227772"/>
              <a:gd name="connsiteY10" fmla="*/ 5715 h 115252"/>
              <a:gd name="connsiteX11" fmla="*/ 9525 w 1227772"/>
              <a:gd name="connsiteY11" fmla="*/ 80963 h 115252"/>
              <a:gd name="connsiteX12" fmla="*/ 0 w 1227772"/>
              <a:gd name="connsiteY12" fmla="*/ 81915 h 115252"/>
              <a:gd name="connsiteX13" fmla="*/ 0 w 1227772"/>
              <a:gd name="connsiteY13" fmla="*/ 86677 h 115252"/>
              <a:gd name="connsiteX14" fmla="*/ 24765 w 1227772"/>
              <a:gd name="connsiteY14" fmla="*/ 86677 h 115252"/>
              <a:gd name="connsiteX15" fmla="*/ 70485 w 1227772"/>
              <a:gd name="connsiteY15" fmla="*/ 43815 h 115252"/>
              <a:gd name="connsiteX16" fmla="*/ 116205 w 1227772"/>
              <a:gd name="connsiteY16" fmla="*/ 50483 h 115252"/>
              <a:gd name="connsiteX17" fmla="*/ 91440 w 1227772"/>
              <a:gd name="connsiteY17" fmla="*/ 50483 h 115252"/>
              <a:gd name="connsiteX18" fmla="*/ 104775 w 1227772"/>
              <a:gd name="connsiteY18" fmla="*/ 32385 h 115252"/>
              <a:gd name="connsiteX19" fmla="*/ 115253 w 1227772"/>
              <a:gd name="connsiteY19" fmla="*/ 48577 h 115252"/>
              <a:gd name="connsiteX20" fmla="*/ 115253 w 1227772"/>
              <a:gd name="connsiteY20" fmla="*/ 50483 h 115252"/>
              <a:gd name="connsiteX21" fmla="*/ 126682 w 1227772"/>
              <a:gd name="connsiteY21" fmla="*/ 57150 h 115252"/>
              <a:gd name="connsiteX22" fmla="*/ 126682 w 1227772"/>
              <a:gd name="connsiteY22" fmla="*/ 52388 h 115252"/>
              <a:gd name="connsiteX23" fmla="*/ 104775 w 1227772"/>
              <a:gd name="connsiteY23" fmla="*/ 27623 h 115252"/>
              <a:gd name="connsiteX24" fmla="*/ 79057 w 1227772"/>
              <a:gd name="connsiteY24" fmla="*/ 58102 h 115252"/>
              <a:gd name="connsiteX25" fmla="*/ 103822 w 1227772"/>
              <a:gd name="connsiteY25" fmla="*/ 86677 h 115252"/>
              <a:gd name="connsiteX26" fmla="*/ 125730 w 1227772"/>
              <a:gd name="connsiteY26" fmla="*/ 71438 h 115252"/>
              <a:gd name="connsiteX27" fmla="*/ 120968 w 1227772"/>
              <a:gd name="connsiteY27" fmla="*/ 69533 h 115252"/>
              <a:gd name="connsiteX28" fmla="*/ 106680 w 1227772"/>
              <a:gd name="connsiteY28" fmla="*/ 79058 h 115252"/>
              <a:gd name="connsiteX29" fmla="*/ 91440 w 1227772"/>
              <a:gd name="connsiteY29" fmla="*/ 56198 h 115252"/>
              <a:gd name="connsiteX30" fmla="*/ 126682 w 1227772"/>
              <a:gd name="connsiteY30" fmla="*/ 56198 h 115252"/>
              <a:gd name="connsiteX31" fmla="*/ 132397 w 1227772"/>
              <a:gd name="connsiteY31" fmla="*/ 85725 h 115252"/>
              <a:gd name="connsiteX32" fmla="*/ 159068 w 1227772"/>
              <a:gd name="connsiteY32" fmla="*/ 85725 h 115252"/>
              <a:gd name="connsiteX33" fmla="*/ 159068 w 1227772"/>
              <a:gd name="connsiteY33" fmla="*/ 80963 h 115252"/>
              <a:gd name="connsiteX34" fmla="*/ 150495 w 1227772"/>
              <a:gd name="connsiteY34" fmla="*/ 80010 h 115252"/>
              <a:gd name="connsiteX35" fmla="*/ 150495 w 1227772"/>
              <a:gd name="connsiteY35" fmla="*/ 0 h 115252"/>
              <a:gd name="connsiteX36" fmla="*/ 131445 w 1227772"/>
              <a:gd name="connsiteY36" fmla="*/ 0 h 115252"/>
              <a:gd name="connsiteX37" fmla="*/ 131445 w 1227772"/>
              <a:gd name="connsiteY37" fmla="*/ 4763 h 115252"/>
              <a:gd name="connsiteX38" fmla="*/ 139065 w 1227772"/>
              <a:gd name="connsiteY38" fmla="*/ 5715 h 115252"/>
              <a:gd name="connsiteX39" fmla="*/ 139065 w 1227772"/>
              <a:gd name="connsiteY39" fmla="*/ 80010 h 115252"/>
              <a:gd name="connsiteX40" fmla="*/ 131445 w 1227772"/>
              <a:gd name="connsiteY40" fmla="*/ 80963 h 115252"/>
              <a:gd name="connsiteX41" fmla="*/ 131445 w 1227772"/>
              <a:gd name="connsiteY41" fmla="*/ 85725 h 115252"/>
              <a:gd name="connsiteX42" fmla="*/ 185738 w 1227772"/>
              <a:gd name="connsiteY42" fmla="*/ 12383 h 115252"/>
              <a:gd name="connsiteX43" fmla="*/ 178118 w 1227772"/>
              <a:gd name="connsiteY43" fmla="*/ 5715 h 115252"/>
              <a:gd name="connsiteX44" fmla="*/ 171450 w 1227772"/>
              <a:gd name="connsiteY44" fmla="*/ 12383 h 115252"/>
              <a:gd name="connsiteX45" fmla="*/ 178118 w 1227772"/>
              <a:gd name="connsiteY45" fmla="*/ 19050 h 115252"/>
              <a:gd name="connsiteX46" fmla="*/ 185738 w 1227772"/>
              <a:gd name="connsiteY46" fmla="*/ 12383 h 115252"/>
              <a:gd name="connsiteX47" fmla="*/ 166688 w 1227772"/>
              <a:gd name="connsiteY47" fmla="*/ 85725 h 115252"/>
              <a:gd name="connsiteX48" fmla="*/ 194310 w 1227772"/>
              <a:gd name="connsiteY48" fmla="*/ 85725 h 115252"/>
              <a:gd name="connsiteX49" fmla="*/ 194310 w 1227772"/>
              <a:gd name="connsiteY49" fmla="*/ 80963 h 115252"/>
              <a:gd name="connsiteX50" fmla="*/ 185738 w 1227772"/>
              <a:gd name="connsiteY50" fmla="*/ 80010 h 115252"/>
              <a:gd name="connsiteX51" fmla="*/ 185738 w 1227772"/>
              <a:gd name="connsiteY51" fmla="*/ 28575 h 115252"/>
              <a:gd name="connsiteX52" fmla="*/ 166688 w 1227772"/>
              <a:gd name="connsiteY52" fmla="*/ 28575 h 115252"/>
              <a:gd name="connsiteX53" fmla="*/ 166688 w 1227772"/>
              <a:gd name="connsiteY53" fmla="*/ 33338 h 115252"/>
              <a:gd name="connsiteX54" fmla="*/ 175260 w 1227772"/>
              <a:gd name="connsiteY54" fmla="*/ 34290 h 115252"/>
              <a:gd name="connsiteX55" fmla="*/ 175260 w 1227772"/>
              <a:gd name="connsiteY55" fmla="*/ 80963 h 115252"/>
              <a:gd name="connsiteX56" fmla="*/ 166688 w 1227772"/>
              <a:gd name="connsiteY56" fmla="*/ 81915 h 115252"/>
              <a:gd name="connsiteX57" fmla="*/ 166688 w 1227772"/>
              <a:gd name="connsiteY57" fmla="*/ 85725 h 115252"/>
              <a:gd name="connsiteX58" fmla="*/ 244793 w 1227772"/>
              <a:gd name="connsiteY58" fmla="*/ 33338 h 115252"/>
              <a:gd name="connsiteX59" fmla="*/ 250507 w 1227772"/>
              <a:gd name="connsiteY59" fmla="*/ 33338 h 115252"/>
              <a:gd name="connsiteX60" fmla="*/ 250507 w 1227772"/>
              <a:gd name="connsiteY60" fmla="*/ 28575 h 115252"/>
              <a:gd name="connsiteX61" fmla="*/ 230505 w 1227772"/>
              <a:gd name="connsiteY61" fmla="*/ 28575 h 115252"/>
              <a:gd name="connsiteX62" fmla="*/ 230505 w 1227772"/>
              <a:gd name="connsiteY62" fmla="*/ 33338 h 115252"/>
              <a:gd name="connsiteX63" fmla="*/ 238125 w 1227772"/>
              <a:gd name="connsiteY63" fmla="*/ 33338 h 115252"/>
              <a:gd name="connsiteX64" fmla="*/ 224790 w 1227772"/>
              <a:gd name="connsiteY64" fmla="*/ 73342 h 115252"/>
              <a:gd name="connsiteX65" fmla="*/ 211455 w 1227772"/>
              <a:gd name="connsiteY65" fmla="*/ 33338 h 115252"/>
              <a:gd name="connsiteX66" fmla="*/ 219075 w 1227772"/>
              <a:gd name="connsiteY66" fmla="*/ 33338 h 115252"/>
              <a:gd name="connsiteX67" fmla="*/ 219075 w 1227772"/>
              <a:gd name="connsiteY67" fmla="*/ 28575 h 115252"/>
              <a:gd name="connsiteX68" fmla="*/ 194310 w 1227772"/>
              <a:gd name="connsiteY68" fmla="*/ 28575 h 115252"/>
              <a:gd name="connsiteX69" fmla="*/ 194310 w 1227772"/>
              <a:gd name="connsiteY69" fmla="*/ 33338 h 115252"/>
              <a:gd name="connsiteX70" fmla="*/ 199072 w 1227772"/>
              <a:gd name="connsiteY70" fmla="*/ 33338 h 115252"/>
              <a:gd name="connsiteX71" fmla="*/ 217170 w 1227772"/>
              <a:gd name="connsiteY71" fmla="*/ 85725 h 115252"/>
              <a:gd name="connsiteX72" fmla="*/ 225743 w 1227772"/>
              <a:gd name="connsiteY72" fmla="*/ 85725 h 115252"/>
              <a:gd name="connsiteX73" fmla="*/ 244793 w 1227772"/>
              <a:gd name="connsiteY73" fmla="*/ 33338 h 115252"/>
              <a:gd name="connsiteX74" fmla="*/ 289560 w 1227772"/>
              <a:gd name="connsiteY74" fmla="*/ 50483 h 115252"/>
              <a:gd name="connsiteX75" fmla="*/ 264795 w 1227772"/>
              <a:gd name="connsiteY75" fmla="*/ 50483 h 115252"/>
              <a:gd name="connsiteX76" fmla="*/ 278130 w 1227772"/>
              <a:gd name="connsiteY76" fmla="*/ 32385 h 115252"/>
              <a:gd name="connsiteX77" fmla="*/ 288607 w 1227772"/>
              <a:gd name="connsiteY77" fmla="*/ 48577 h 115252"/>
              <a:gd name="connsiteX78" fmla="*/ 288607 w 1227772"/>
              <a:gd name="connsiteY78" fmla="*/ 50483 h 115252"/>
              <a:gd name="connsiteX79" fmla="*/ 300038 w 1227772"/>
              <a:gd name="connsiteY79" fmla="*/ 57150 h 115252"/>
              <a:gd name="connsiteX80" fmla="*/ 300038 w 1227772"/>
              <a:gd name="connsiteY80" fmla="*/ 52388 h 115252"/>
              <a:gd name="connsiteX81" fmla="*/ 278130 w 1227772"/>
              <a:gd name="connsiteY81" fmla="*/ 27623 h 115252"/>
              <a:gd name="connsiteX82" fmla="*/ 252413 w 1227772"/>
              <a:gd name="connsiteY82" fmla="*/ 58102 h 115252"/>
              <a:gd name="connsiteX83" fmla="*/ 277178 w 1227772"/>
              <a:gd name="connsiteY83" fmla="*/ 86677 h 115252"/>
              <a:gd name="connsiteX84" fmla="*/ 299085 w 1227772"/>
              <a:gd name="connsiteY84" fmla="*/ 71438 h 115252"/>
              <a:gd name="connsiteX85" fmla="*/ 294322 w 1227772"/>
              <a:gd name="connsiteY85" fmla="*/ 69533 h 115252"/>
              <a:gd name="connsiteX86" fmla="*/ 280035 w 1227772"/>
              <a:gd name="connsiteY86" fmla="*/ 79058 h 115252"/>
              <a:gd name="connsiteX87" fmla="*/ 264795 w 1227772"/>
              <a:gd name="connsiteY87" fmla="*/ 56198 h 115252"/>
              <a:gd name="connsiteX88" fmla="*/ 300038 w 1227772"/>
              <a:gd name="connsiteY88" fmla="*/ 56198 h 115252"/>
              <a:gd name="connsiteX89" fmla="*/ 352425 w 1227772"/>
              <a:gd name="connsiteY89" fmla="*/ 38100 h 115252"/>
              <a:gd name="connsiteX90" fmla="*/ 340995 w 1227772"/>
              <a:gd name="connsiteY90" fmla="*/ 27623 h 115252"/>
              <a:gd name="connsiteX91" fmla="*/ 324803 w 1227772"/>
              <a:gd name="connsiteY91" fmla="*/ 38100 h 115252"/>
              <a:gd name="connsiteX92" fmla="*/ 323850 w 1227772"/>
              <a:gd name="connsiteY92" fmla="*/ 28575 h 115252"/>
              <a:gd name="connsiteX93" fmla="*/ 307657 w 1227772"/>
              <a:gd name="connsiteY93" fmla="*/ 28575 h 115252"/>
              <a:gd name="connsiteX94" fmla="*/ 307657 w 1227772"/>
              <a:gd name="connsiteY94" fmla="*/ 33338 h 115252"/>
              <a:gd name="connsiteX95" fmla="*/ 315278 w 1227772"/>
              <a:gd name="connsiteY95" fmla="*/ 34290 h 115252"/>
              <a:gd name="connsiteX96" fmla="*/ 315278 w 1227772"/>
              <a:gd name="connsiteY96" fmla="*/ 80963 h 115252"/>
              <a:gd name="connsiteX97" fmla="*/ 307657 w 1227772"/>
              <a:gd name="connsiteY97" fmla="*/ 81915 h 115252"/>
              <a:gd name="connsiteX98" fmla="*/ 307657 w 1227772"/>
              <a:gd name="connsiteY98" fmla="*/ 86677 h 115252"/>
              <a:gd name="connsiteX99" fmla="*/ 338138 w 1227772"/>
              <a:gd name="connsiteY99" fmla="*/ 86677 h 115252"/>
              <a:gd name="connsiteX100" fmla="*/ 338138 w 1227772"/>
              <a:gd name="connsiteY100" fmla="*/ 81915 h 115252"/>
              <a:gd name="connsiteX101" fmla="*/ 325755 w 1227772"/>
              <a:gd name="connsiteY101" fmla="*/ 80963 h 115252"/>
              <a:gd name="connsiteX102" fmla="*/ 325755 w 1227772"/>
              <a:gd name="connsiteY102" fmla="*/ 49530 h 115252"/>
              <a:gd name="connsiteX103" fmla="*/ 337185 w 1227772"/>
              <a:gd name="connsiteY103" fmla="*/ 35242 h 115252"/>
              <a:gd name="connsiteX104" fmla="*/ 340995 w 1227772"/>
              <a:gd name="connsiteY104" fmla="*/ 38100 h 115252"/>
              <a:gd name="connsiteX105" fmla="*/ 340995 w 1227772"/>
              <a:gd name="connsiteY105" fmla="*/ 39052 h 115252"/>
              <a:gd name="connsiteX106" fmla="*/ 337185 w 1227772"/>
              <a:gd name="connsiteY106" fmla="*/ 40958 h 115252"/>
              <a:gd name="connsiteX107" fmla="*/ 344805 w 1227772"/>
              <a:gd name="connsiteY107" fmla="*/ 48577 h 115252"/>
              <a:gd name="connsiteX108" fmla="*/ 352425 w 1227772"/>
              <a:gd name="connsiteY108" fmla="*/ 38100 h 115252"/>
              <a:gd name="connsiteX109" fmla="*/ 378143 w 1227772"/>
              <a:gd name="connsiteY109" fmla="*/ 12383 h 115252"/>
              <a:gd name="connsiteX110" fmla="*/ 370522 w 1227772"/>
              <a:gd name="connsiteY110" fmla="*/ 5715 h 115252"/>
              <a:gd name="connsiteX111" fmla="*/ 363855 w 1227772"/>
              <a:gd name="connsiteY111" fmla="*/ 12383 h 115252"/>
              <a:gd name="connsiteX112" fmla="*/ 370522 w 1227772"/>
              <a:gd name="connsiteY112" fmla="*/ 19050 h 115252"/>
              <a:gd name="connsiteX113" fmla="*/ 378143 w 1227772"/>
              <a:gd name="connsiteY113" fmla="*/ 12383 h 115252"/>
              <a:gd name="connsiteX114" fmla="*/ 358140 w 1227772"/>
              <a:gd name="connsiteY114" fmla="*/ 85725 h 115252"/>
              <a:gd name="connsiteX115" fmla="*/ 385763 w 1227772"/>
              <a:gd name="connsiteY115" fmla="*/ 85725 h 115252"/>
              <a:gd name="connsiteX116" fmla="*/ 385763 w 1227772"/>
              <a:gd name="connsiteY116" fmla="*/ 80963 h 115252"/>
              <a:gd name="connsiteX117" fmla="*/ 377190 w 1227772"/>
              <a:gd name="connsiteY117" fmla="*/ 80010 h 115252"/>
              <a:gd name="connsiteX118" fmla="*/ 377190 w 1227772"/>
              <a:gd name="connsiteY118" fmla="*/ 28575 h 115252"/>
              <a:gd name="connsiteX119" fmla="*/ 358140 w 1227772"/>
              <a:gd name="connsiteY119" fmla="*/ 28575 h 115252"/>
              <a:gd name="connsiteX120" fmla="*/ 358140 w 1227772"/>
              <a:gd name="connsiteY120" fmla="*/ 33338 h 115252"/>
              <a:gd name="connsiteX121" fmla="*/ 366713 w 1227772"/>
              <a:gd name="connsiteY121" fmla="*/ 34290 h 115252"/>
              <a:gd name="connsiteX122" fmla="*/ 366713 w 1227772"/>
              <a:gd name="connsiteY122" fmla="*/ 80963 h 115252"/>
              <a:gd name="connsiteX123" fmla="*/ 358140 w 1227772"/>
              <a:gd name="connsiteY123" fmla="*/ 81915 h 115252"/>
              <a:gd name="connsiteX124" fmla="*/ 358140 w 1227772"/>
              <a:gd name="connsiteY124" fmla="*/ 85725 h 115252"/>
              <a:gd name="connsiteX125" fmla="*/ 429578 w 1227772"/>
              <a:gd name="connsiteY125" fmla="*/ 85725 h 115252"/>
              <a:gd name="connsiteX126" fmla="*/ 455295 w 1227772"/>
              <a:gd name="connsiteY126" fmla="*/ 85725 h 115252"/>
              <a:gd name="connsiteX127" fmla="*/ 455295 w 1227772"/>
              <a:gd name="connsiteY127" fmla="*/ 80963 h 115252"/>
              <a:gd name="connsiteX128" fmla="*/ 447675 w 1227772"/>
              <a:gd name="connsiteY128" fmla="*/ 80010 h 115252"/>
              <a:gd name="connsiteX129" fmla="*/ 447675 w 1227772"/>
              <a:gd name="connsiteY129" fmla="*/ 46673 h 115252"/>
              <a:gd name="connsiteX130" fmla="*/ 430530 w 1227772"/>
              <a:gd name="connsiteY130" fmla="*/ 27623 h 115252"/>
              <a:gd name="connsiteX131" fmla="*/ 410528 w 1227772"/>
              <a:gd name="connsiteY131" fmla="*/ 38100 h 115252"/>
              <a:gd name="connsiteX132" fmla="*/ 409575 w 1227772"/>
              <a:gd name="connsiteY132" fmla="*/ 28575 h 115252"/>
              <a:gd name="connsiteX133" fmla="*/ 393382 w 1227772"/>
              <a:gd name="connsiteY133" fmla="*/ 28575 h 115252"/>
              <a:gd name="connsiteX134" fmla="*/ 393382 w 1227772"/>
              <a:gd name="connsiteY134" fmla="*/ 33338 h 115252"/>
              <a:gd name="connsiteX135" fmla="*/ 401003 w 1227772"/>
              <a:gd name="connsiteY135" fmla="*/ 34290 h 115252"/>
              <a:gd name="connsiteX136" fmla="*/ 401003 w 1227772"/>
              <a:gd name="connsiteY136" fmla="*/ 80963 h 115252"/>
              <a:gd name="connsiteX137" fmla="*/ 393382 w 1227772"/>
              <a:gd name="connsiteY137" fmla="*/ 81915 h 115252"/>
              <a:gd name="connsiteX138" fmla="*/ 393382 w 1227772"/>
              <a:gd name="connsiteY138" fmla="*/ 86677 h 115252"/>
              <a:gd name="connsiteX139" fmla="*/ 419100 w 1227772"/>
              <a:gd name="connsiteY139" fmla="*/ 86677 h 115252"/>
              <a:gd name="connsiteX140" fmla="*/ 419100 w 1227772"/>
              <a:gd name="connsiteY140" fmla="*/ 81915 h 115252"/>
              <a:gd name="connsiteX141" fmla="*/ 411480 w 1227772"/>
              <a:gd name="connsiteY141" fmla="*/ 80963 h 115252"/>
              <a:gd name="connsiteX142" fmla="*/ 411480 w 1227772"/>
              <a:gd name="connsiteY142" fmla="*/ 50483 h 115252"/>
              <a:gd name="connsiteX143" fmla="*/ 425768 w 1227772"/>
              <a:gd name="connsiteY143" fmla="*/ 36195 h 115252"/>
              <a:gd name="connsiteX144" fmla="*/ 436245 w 1227772"/>
              <a:gd name="connsiteY144" fmla="*/ 48577 h 115252"/>
              <a:gd name="connsiteX145" fmla="*/ 436245 w 1227772"/>
              <a:gd name="connsiteY145" fmla="*/ 81915 h 115252"/>
              <a:gd name="connsiteX146" fmla="*/ 428625 w 1227772"/>
              <a:gd name="connsiteY146" fmla="*/ 82867 h 115252"/>
              <a:gd name="connsiteX147" fmla="*/ 428625 w 1227772"/>
              <a:gd name="connsiteY147" fmla="*/ 85725 h 115252"/>
              <a:gd name="connsiteX148" fmla="*/ 484822 w 1227772"/>
              <a:gd name="connsiteY148" fmla="*/ 87630 h 115252"/>
              <a:gd name="connsiteX149" fmla="*/ 501015 w 1227772"/>
              <a:gd name="connsiteY149" fmla="*/ 96202 h 115252"/>
              <a:gd name="connsiteX150" fmla="*/ 484822 w 1227772"/>
              <a:gd name="connsiteY150" fmla="*/ 107633 h 115252"/>
              <a:gd name="connsiteX151" fmla="*/ 466725 w 1227772"/>
              <a:gd name="connsiteY151" fmla="*/ 97155 h 115252"/>
              <a:gd name="connsiteX152" fmla="*/ 469582 w 1227772"/>
              <a:gd name="connsiteY152" fmla="*/ 87630 h 115252"/>
              <a:gd name="connsiteX153" fmla="*/ 484822 w 1227772"/>
              <a:gd name="connsiteY153" fmla="*/ 87630 h 115252"/>
              <a:gd name="connsiteX154" fmla="*/ 471488 w 1227772"/>
              <a:gd name="connsiteY154" fmla="*/ 46673 h 115252"/>
              <a:gd name="connsiteX155" fmla="*/ 481965 w 1227772"/>
              <a:gd name="connsiteY155" fmla="*/ 31433 h 115252"/>
              <a:gd name="connsiteX156" fmla="*/ 492443 w 1227772"/>
              <a:gd name="connsiteY156" fmla="*/ 46673 h 115252"/>
              <a:gd name="connsiteX157" fmla="*/ 481965 w 1227772"/>
              <a:gd name="connsiteY157" fmla="*/ 62865 h 115252"/>
              <a:gd name="connsiteX158" fmla="*/ 471488 w 1227772"/>
              <a:gd name="connsiteY158" fmla="*/ 46673 h 115252"/>
              <a:gd name="connsiteX159" fmla="*/ 471488 w 1227772"/>
              <a:gd name="connsiteY159" fmla="*/ 74295 h 115252"/>
              <a:gd name="connsiteX160" fmla="*/ 477203 w 1227772"/>
              <a:gd name="connsiteY160" fmla="*/ 67627 h 115252"/>
              <a:gd name="connsiteX161" fmla="*/ 483870 w 1227772"/>
              <a:gd name="connsiteY161" fmla="*/ 68580 h 115252"/>
              <a:gd name="connsiteX162" fmla="*/ 504825 w 1227772"/>
              <a:gd name="connsiteY162" fmla="*/ 47625 h 115252"/>
              <a:gd name="connsiteX163" fmla="*/ 499110 w 1227772"/>
              <a:gd name="connsiteY163" fmla="*/ 33338 h 115252"/>
              <a:gd name="connsiteX164" fmla="*/ 509588 w 1227772"/>
              <a:gd name="connsiteY164" fmla="*/ 31433 h 115252"/>
              <a:gd name="connsiteX165" fmla="*/ 509588 w 1227772"/>
              <a:gd name="connsiteY165" fmla="*/ 24765 h 115252"/>
              <a:gd name="connsiteX166" fmla="*/ 505778 w 1227772"/>
              <a:gd name="connsiteY166" fmla="*/ 23813 h 115252"/>
              <a:gd name="connsiteX167" fmla="*/ 495300 w 1227772"/>
              <a:gd name="connsiteY167" fmla="*/ 29527 h 115252"/>
              <a:gd name="connsiteX168" fmla="*/ 482918 w 1227772"/>
              <a:gd name="connsiteY168" fmla="*/ 26670 h 115252"/>
              <a:gd name="connsiteX169" fmla="*/ 460057 w 1227772"/>
              <a:gd name="connsiteY169" fmla="*/ 48577 h 115252"/>
              <a:gd name="connsiteX170" fmla="*/ 470535 w 1227772"/>
              <a:gd name="connsiteY170" fmla="*/ 66675 h 115252"/>
              <a:gd name="connsiteX171" fmla="*/ 460057 w 1227772"/>
              <a:gd name="connsiteY171" fmla="*/ 80010 h 115252"/>
              <a:gd name="connsiteX172" fmla="*/ 463868 w 1227772"/>
              <a:gd name="connsiteY172" fmla="*/ 86677 h 115252"/>
              <a:gd name="connsiteX173" fmla="*/ 456247 w 1227772"/>
              <a:gd name="connsiteY173" fmla="*/ 100965 h 115252"/>
              <a:gd name="connsiteX174" fmla="*/ 481013 w 1227772"/>
              <a:gd name="connsiteY174" fmla="*/ 115252 h 115252"/>
              <a:gd name="connsiteX175" fmla="*/ 508635 w 1227772"/>
              <a:gd name="connsiteY175" fmla="*/ 95250 h 115252"/>
              <a:gd name="connsiteX176" fmla="*/ 485775 w 1227772"/>
              <a:gd name="connsiteY176" fmla="*/ 78105 h 115252"/>
              <a:gd name="connsiteX177" fmla="*/ 475297 w 1227772"/>
              <a:gd name="connsiteY177" fmla="*/ 78105 h 115252"/>
              <a:gd name="connsiteX178" fmla="*/ 471488 w 1227772"/>
              <a:gd name="connsiteY178" fmla="*/ 74295 h 115252"/>
              <a:gd name="connsiteX179" fmla="*/ 572453 w 1227772"/>
              <a:gd name="connsiteY179" fmla="*/ 69533 h 115252"/>
              <a:gd name="connsiteX180" fmla="*/ 561022 w 1227772"/>
              <a:gd name="connsiteY180" fmla="*/ 80010 h 115252"/>
              <a:gd name="connsiteX181" fmla="*/ 553403 w 1227772"/>
              <a:gd name="connsiteY181" fmla="*/ 70485 h 115252"/>
              <a:gd name="connsiteX182" fmla="*/ 566738 w 1227772"/>
              <a:gd name="connsiteY182" fmla="*/ 59055 h 115252"/>
              <a:gd name="connsiteX183" fmla="*/ 572453 w 1227772"/>
              <a:gd name="connsiteY183" fmla="*/ 59055 h 115252"/>
              <a:gd name="connsiteX184" fmla="*/ 572453 w 1227772"/>
              <a:gd name="connsiteY184" fmla="*/ 69533 h 115252"/>
              <a:gd name="connsiteX185" fmla="*/ 583882 w 1227772"/>
              <a:gd name="connsiteY185" fmla="*/ 86677 h 115252"/>
              <a:gd name="connsiteX186" fmla="*/ 592455 w 1227772"/>
              <a:gd name="connsiteY186" fmla="*/ 84773 h 115252"/>
              <a:gd name="connsiteX187" fmla="*/ 591503 w 1227772"/>
              <a:gd name="connsiteY187" fmla="*/ 80963 h 115252"/>
              <a:gd name="connsiteX188" fmla="*/ 587693 w 1227772"/>
              <a:gd name="connsiteY188" fmla="*/ 81915 h 115252"/>
              <a:gd name="connsiteX189" fmla="*/ 583882 w 1227772"/>
              <a:gd name="connsiteY189" fmla="*/ 75248 h 115252"/>
              <a:gd name="connsiteX190" fmla="*/ 583882 w 1227772"/>
              <a:gd name="connsiteY190" fmla="*/ 49530 h 115252"/>
              <a:gd name="connsiteX191" fmla="*/ 563880 w 1227772"/>
              <a:gd name="connsiteY191" fmla="*/ 27623 h 115252"/>
              <a:gd name="connsiteX192" fmla="*/ 544830 w 1227772"/>
              <a:gd name="connsiteY192" fmla="*/ 41910 h 115252"/>
              <a:gd name="connsiteX193" fmla="*/ 551497 w 1227772"/>
              <a:gd name="connsiteY193" fmla="*/ 48577 h 115252"/>
              <a:gd name="connsiteX194" fmla="*/ 558165 w 1227772"/>
              <a:gd name="connsiteY194" fmla="*/ 42863 h 115252"/>
              <a:gd name="connsiteX195" fmla="*/ 557213 w 1227772"/>
              <a:gd name="connsiteY195" fmla="*/ 39052 h 115252"/>
              <a:gd name="connsiteX196" fmla="*/ 552450 w 1227772"/>
              <a:gd name="connsiteY196" fmla="*/ 39052 h 115252"/>
              <a:gd name="connsiteX197" fmla="*/ 552450 w 1227772"/>
              <a:gd name="connsiteY197" fmla="*/ 37148 h 115252"/>
              <a:gd name="connsiteX198" fmla="*/ 561975 w 1227772"/>
              <a:gd name="connsiteY198" fmla="*/ 32385 h 115252"/>
              <a:gd name="connsiteX199" fmla="*/ 573405 w 1227772"/>
              <a:gd name="connsiteY199" fmla="*/ 47625 h 115252"/>
              <a:gd name="connsiteX200" fmla="*/ 573405 w 1227772"/>
              <a:gd name="connsiteY200" fmla="*/ 55245 h 115252"/>
              <a:gd name="connsiteX201" fmla="*/ 565785 w 1227772"/>
              <a:gd name="connsiteY201" fmla="*/ 55245 h 115252"/>
              <a:gd name="connsiteX202" fmla="*/ 541972 w 1227772"/>
              <a:gd name="connsiteY202" fmla="*/ 71438 h 115252"/>
              <a:gd name="connsiteX203" fmla="*/ 557213 w 1227772"/>
              <a:gd name="connsiteY203" fmla="*/ 85725 h 115252"/>
              <a:gd name="connsiteX204" fmla="*/ 573405 w 1227772"/>
              <a:gd name="connsiteY204" fmla="*/ 77152 h 115252"/>
              <a:gd name="connsiteX205" fmla="*/ 583882 w 1227772"/>
              <a:gd name="connsiteY205" fmla="*/ 86677 h 115252"/>
              <a:gd name="connsiteX206" fmla="*/ 665797 w 1227772"/>
              <a:gd name="connsiteY206" fmla="*/ 57150 h 115252"/>
              <a:gd name="connsiteX207" fmla="*/ 652463 w 1227772"/>
              <a:gd name="connsiteY207" fmla="*/ 80963 h 115252"/>
              <a:gd name="connsiteX208" fmla="*/ 638175 w 1227772"/>
              <a:gd name="connsiteY208" fmla="*/ 66675 h 115252"/>
              <a:gd name="connsiteX209" fmla="*/ 638175 w 1227772"/>
              <a:gd name="connsiteY209" fmla="*/ 49530 h 115252"/>
              <a:gd name="connsiteX210" fmla="*/ 652463 w 1227772"/>
              <a:gd name="connsiteY210" fmla="*/ 34290 h 115252"/>
              <a:gd name="connsiteX211" fmla="*/ 665797 w 1227772"/>
              <a:gd name="connsiteY211" fmla="*/ 57150 h 115252"/>
              <a:gd name="connsiteX212" fmla="*/ 677228 w 1227772"/>
              <a:gd name="connsiteY212" fmla="*/ 56198 h 115252"/>
              <a:gd name="connsiteX213" fmla="*/ 656272 w 1227772"/>
              <a:gd name="connsiteY213" fmla="*/ 26670 h 115252"/>
              <a:gd name="connsiteX214" fmla="*/ 638175 w 1227772"/>
              <a:gd name="connsiteY214" fmla="*/ 36195 h 115252"/>
              <a:gd name="connsiteX215" fmla="*/ 638175 w 1227772"/>
              <a:gd name="connsiteY215" fmla="*/ 0 h 115252"/>
              <a:gd name="connsiteX216" fmla="*/ 620078 w 1227772"/>
              <a:gd name="connsiteY216" fmla="*/ 0 h 115252"/>
              <a:gd name="connsiteX217" fmla="*/ 620078 w 1227772"/>
              <a:gd name="connsiteY217" fmla="*/ 4763 h 115252"/>
              <a:gd name="connsiteX218" fmla="*/ 627697 w 1227772"/>
              <a:gd name="connsiteY218" fmla="*/ 5715 h 115252"/>
              <a:gd name="connsiteX219" fmla="*/ 627697 w 1227772"/>
              <a:gd name="connsiteY219" fmla="*/ 86677 h 115252"/>
              <a:gd name="connsiteX220" fmla="*/ 631507 w 1227772"/>
              <a:gd name="connsiteY220" fmla="*/ 86677 h 115252"/>
              <a:gd name="connsiteX221" fmla="*/ 636270 w 1227772"/>
              <a:gd name="connsiteY221" fmla="*/ 80010 h 115252"/>
              <a:gd name="connsiteX222" fmla="*/ 653415 w 1227772"/>
              <a:gd name="connsiteY222" fmla="*/ 86677 h 115252"/>
              <a:gd name="connsiteX223" fmla="*/ 677228 w 1227772"/>
              <a:gd name="connsiteY223" fmla="*/ 56198 h 115252"/>
              <a:gd name="connsiteX224" fmla="*/ 722947 w 1227772"/>
              <a:gd name="connsiteY224" fmla="*/ 50483 h 115252"/>
              <a:gd name="connsiteX225" fmla="*/ 698182 w 1227772"/>
              <a:gd name="connsiteY225" fmla="*/ 50483 h 115252"/>
              <a:gd name="connsiteX226" fmla="*/ 711518 w 1227772"/>
              <a:gd name="connsiteY226" fmla="*/ 32385 h 115252"/>
              <a:gd name="connsiteX227" fmla="*/ 721995 w 1227772"/>
              <a:gd name="connsiteY227" fmla="*/ 48577 h 115252"/>
              <a:gd name="connsiteX228" fmla="*/ 721995 w 1227772"/>
              <a:gd name="connsiteY228" fmla="*/ 50483 h 115252"/>
              <a:gd name="connsiteX229" fmla="*/ 733425 w 1227772"/>
              <a:gd name="connsiteY229" fmla="*/ 57150 h 115252"/>
              <a:gd name="connsiteX230" fmla="*/ 733425 w 1227772"/>
              <a:gd name="connsiteY230" fmla="*/ 52388 h 115252"/>
              <a:gd name="connsiteX231" fmla="*/ 711518 w 1227772"/>
              <a:gd name="connsiteY231" fmla="*/ 27623 h 115252"/>
              <a:gd name="connsiteX232" fmla="*/ 685800 w 1227772"/>
              <a:gd name="connsiteY232" fmla="*/ 58102 h 115252"/>
              <a:gd name="connsiteX233" fmla="*/ 710565 w 1227772"/>
              <a:gd name="connsiteY233" fmla="*/ 86677 h 115252"/>
              <a:gd name="connsiteX234" fmla="*/ 732472 w 1227772"/>
              <a:gd name="connsiteY234" fmla="*/ 71438 h 115252"/>
              <a:gd name="connsiteX235" fmla="*/ 727710 w 1227772"/>
              <a:gd name="connsiteY235" fmla="*/ 69533 h 115252"/>
              <a:gd name="connsiteX236" fmla="*/ 713422 w 1227772"/>
              <a:gd name="connsiteY236" fmla="*/ 79058 h 115252"/>
              <a:gd name="connsiteX237" fmla="*/ 698182 w 1227772"/>
              <a:gd name="connsiteY237" fmla="*/ 56198 h 115252"/>
              <a:gd name="connsiteX238" fmla="*/ 733425 w 1227772"/>
              <a:gd name="connsiteY238" fmla="*/ 56198 h 115252"/>
              <a:gd name="connsiteX239" fmla="*/ 815340 w 1227772"/>
              <a:gd name="connsiteY239" fmla="*/ 72390 h 115252"/>
              <a:gd name="connsiteX240" fmla="*/ 810578 w 1227772"/>
              <a:gd name="connsiteY240" fmla="*/ 71438 h 115252"/>
              <a:gd name="connsiteX241" fmla="*/ 802005 w 1227772"/>
              <a:gd name="connsiteY241" fmla="*/ 80963 h 115252"/>
              <a:gd name="connsiteX242" fmla="*/ 796290 w 1227772"/>
              <a:gd name="connsiteY242" fmla="*/ 72390 h 115252"/>
              <a:gd name="connsiteX243" fmla="*/ 796290 w 1227772"/>
              <a:gd name="connsiteY243" fmla="*/ 35242 h 115252"/>
              <a:gd name="connsiteX244" fmla="*/ 808672 w 1227772"/>
              <a:gd name="connsiteY244" fmla="*/ 35242 h 115252"/>
              <a:gd name="connsiteX245" fmla="*/ 808672 w 1227772"/>
              <a:gd name="connsiteY245" fmla="*/ 28575 h 115252"/>
              <a:gd name="connsiteX246" fmla="*/ 796290 w 1227772"/>
              <a:gd name="connsiteY246" fmla="*/ 28575 h 115252"/>
              <a:gd name="connsiteX247" fmla="*/ 796290 w 1227772"/>
              <a:gd name="connsiteY247" fmla="*/ 11430 h 115252"/>
              <a:gd name="connsiteX248" fmla="*/ 793432 w 1227772"/>
              <a:gd name="connsiteY248" fmla="*/ 11430 h 115252"/>
              <a:gd name="connsiteX249" fmla="*/ 785813 w 1227772"/>
              <a:gd name="connsiteY249" fmla="*/ 13335 h 115252"/>
              <a:gd name="connsiteX250" fmla="*/ 785813 w 1227772"/>
              <a:gd name="connsiteY250" fmla="*/ 28575 h 115252"/>
              <a:gd name="connsiteX251" fmla="*/ 759143 w 1227772"/>
              <a:gd name="connsiteY251" fmla="*/ 28575 h 115252"/>
              <a:gd name="connsiteX252" fmla="*/ 759143 w 1227772"/>
              <a:gd name="connsiteY252" fmla="*/ 11430 h 115252"/>
              <a:gd name="connsiteX253" fmla="*/ 756285 w 1227772"/>
              <a:gd name="connsiteY253" fmla="*/ 11430 h 115252"/>
              <a:gd name="connsiteX254" fmla="*/ 748665 w 1227772"/>
              <a:gd name="connsiteY254" fmla="*/ 13335 h 115252"/>
              <a:gd name="connsiteX255" fmla="*/ 748665 w 1227772"/>
              <a:gd name="connsiteY255" fmla="*/ 28575 h 115252"/>
              <a:gd name="connsiteX256" fmla="*/ 740093 w 1227772"/>
              <a:gd name="connsiteY256" fmla="*/ 28575 h 115252"/>
              <a:gd name="connsiteX257" fmla="*/ 740093 w 1227772"/>
              <a:gd name="connsiteY257" fmla="*/ 34290 h 115252"/>
              <a:gd name="connsiteX258" fmla="*/ 748665 w 1227772"/>
              <a:gd name="connsiteY258" fmla="*/ 34290 h 115252"/>
              <a:gd name="connsiteX259" fmla="*/ 748665 w 1227772"/>
              <a:gd name="connsiteY259" fmla="*/ 73342 h 115252"/>
              <a:gd name="connsiteX260" fmla="*/ 762000 w 1227772"/>
              <a:gd name="connsiteY260" fmla="*/ 86677 h 115252"/>
              <a:gd name="connsiteX261" fmla="*/ 778193 w 1227772"/>
              <a:gd name="connsiteY261" fmla="*/ 72390 h 115252"/>
              <a:gd name="connsiteX262" fmla="*/ 773430 w 1227772"/>
              <a:gd name="connsiteY262" fmla="*/ 71438 h 115252"/>
              <a:gd name="connsiteX263" fmla="*/ 764857 w 1227772"/>
              <a:gd name="connsiteY263" fmla="*/ 80963 h 115252"/>
              <a:gd name="connsiteX264" fmla="*/ 759143 w 1227772"/>
              <a:gd name="connsiteY264" fmla="*/ 72390 h 115252"/>
              <a:gd name="connsiteX265" fmla="*/ 759143 w 1227772"/>
              <a:gd name="connsiteY265" fmla="*/ 35242 h 115252"/>
              <a:gd name="connsiteX266" fmla="*/ 785813 w 1227772"/>
              <a:gd name="connsiteY266" fmla="*/ 35242 h 115252"/>
              <a:gd name="connsiteX267" fmla="*/ 785813 w 1227772"/>
              <a:gd name="connsiteY267" fmla="*/ 74295 h 115252"/>
              <a:gd name="connsiteX268" fmla="*/ 799147 w 1227772"/>
              <a:gd name="connsiteY268" fmla="*/ 87630 h 115252"/>
              <a:gd name="connsiteX269" fmla="*/ 815340 w 1227772"/>
              <a:gd name="connsiteY269" fmla="*/ 72390 h 115252"/>
              <a:gd name="connsiteX270" fmla="*/ 858203 w 1227772"/>
              <a:gd name="connsiteY270" fmla="*/ 50483 h 115252"/>
              <a:gd name="connsiteX271" fmla="*/ 833438 w 1227772"/>
              <a:gd name="connsiteY271" fmla="*/ 50483 h 115252"/>
              <a:gd name="connsiteX272" fmla="*/ 846772 w 1227772"/>
              <a:gd name="connsiteY272" fmla="*/ 32385 h 115252"/>
              <a:gd name="connsiteX273" fmla="*/ 857250 w 1227772"/>
              <a:gd name="connsiteY273" fmla="*/ 48577 h 115252"/>
              <a:gd name="connsiteX274" fmla="*/ 857250 w 1227772"/>
              <a:gd name="connsiteY274" fmla="*/ 50483 h 115252"/>
              <a:gd name="connsiteX275" fmla="*/ 868680 w 1227772"/>
              <a:gd name="connsiteY275" fmla="*/ 57150 h 115252"/>
              <a:gd name="connsiteX276" fmla="*/ 868680 w 1227772"/>
              <a:gd name="connsiteY276" fmla="*/ 52388 h 115252"/>
              <a:gd name="connsiteX277" fmla="*/ 846772 w 1227772"/>
              <a:gd name="connsiteY277" fmla="*/ 27623 h 115252"/>
              <a:gd name="connsiteX278" fmla="*/ 821055 w 1227772"/>
              <a:gd name="connsiteY278" fmla="*/ 58102 h 115252"/>
              <a:gd name="connsiteX279" fmla="*/ 845820 w 1227772"/>
              <a:gd name="connsiteY279" fmla="*/ 86677 h 115252"/>
              <a:gd name="connsiteX280" fmla="*/ 867728 w 1227772"/>
              <a:gd name="connsiteY280" fmla="*/ 71438 h 115252"/>
              <a:gd name="connsiteX281" fmla="*/ 862965 w 1227772"/>
              <a:gd name="connsiteY281" fmla="*/ 69533 h 115252"/>
              <a:gd name="connsiteX282" fmla="*/ 848678 w 1227772"/>
              <a:gd name="connsiteY282" fmla="*/ 79058 h 115252"/>
              <a:gd name="connsiteX283" fmla="*/ 833438 w 1227772"/>
              <a:gd name="connsiteY283" fmla="*/ 56198 h 115252"/>
              <a:gd name="connsiteX284" fmla="*/ 868680 w 1227772"/>
              <a:gd name="connsiteY284" fmla="*/ 56198 h 115252"/>
              <a:gd name="connsiteX285" fmla="*/ 920115 w 1227772"/>
              <a:gd name="connsiteY285" fmla="*/ 38100 h 115252"/>
              <a:gd name="connsiteX286" fmla="*/ 908685 w 1227772"/>
              <a:gd name="connsiteY286" fmla="*/ 27623 h 115252"/>
              <a:gd name="connsiteX287" fmla="*/ 892493 w 1227772"/>
              <a:gd name="connsiteY287" fmla="*/ 38100 h 115252"/>
              <a:gd name="connsiteX288" fmla="*/ 891540 w 1227772"/>
              <a:gd name="connsiteY288" fmla="*/ 28575 h 115252"/>
              <a:gd name="connsiteX289" fmla="*/ 875347 w 1227772"/>
              <a:gd name="connsiteY289" fmla="*/ 28575 h 115252"/>
              <a:gd name="connsiteX290" fmla="*/ 875347 w 1227772"/>
              <a:gd name="connsiteY290" fmla="*/ 33338 h 115252"/>
              <a:gd name="connsiteX291" fmla="*/ 882968 w 1227772"/>
              <a:gd name="connsiteY291" fmla="*/ 34290 h 115252"/>
              <a:gd name="connsiteX292" fmla="*/ 882968 w 1227772"/>
              <a:gd name="connsiteY292" fmla="*/ 80963 h 115252"/>
              <a:gd name="connsiteX293" fmla="*/ 875347 w 1227772"/>
              <a:gd name="connsiteY293" fmla="*/ 81915 h 115252"/>
              <a:gd name="connsiteX294" fmla="*/ 875347 w 1227772"/>
              <a:gd name="connsiteY294" fmla="*/ 86677 h 115252"/>
              <a:gd name="connsiteX295" fmla="*/ 905828 w 1227772"/>
              <a:gd name="connsiteY295" fmla="*/ 86677 h 115252"/>
              <a:gd name="connsiteX296" fmla="*/ 905828 w 1227772"/>
              <a:gd name="connsiteY296" fmla="*/ 81915 h 115252"/>
              <a:gd name="connsiteX297" fmla="*/ 893445 w 1227772"/>
              <a:gd name="connsiteY297" fmla="*/ 80963 h 115252"/>
              <a:gd name="connsiteX298" fmla="*/ 893445 w 1227772"/>
              <a:gd name="connsiteY298" fmla="*/ 49530 h 115252"/>
              <a:gd name="connsiteX299" fmla="*/ 904875 w 1227772"/>
              <a:gd name="connsiteY299" fmla="*/ 35242 h 115252"/>
              <a:gd name="connsiteX300" fmla="*/ 908685 w 1227772"/>
              <a:gd name="connsiteY300" fmla="*/ 38100 h 115252"/>
              <a:gd name="connsiteX301" fmla="*/ 908685 w 1227772"/>
              <a:gd name="connsiteY301" fmla="*/ 39052 h 115252"/>
              <a:gd name="connsiteX302" fmla="*/ 904875 w 1227772"/>
              <a:gd name="connsiteY302" fmla="*/ 40958 h 115252"/>
              <a:gd name="connsiteX303" fmla="*/ 912495 w 1227772"/>
              <a:gd name="connsiteY303" fmla="*/ 48577 h 115252"/>
              <a:gd name="connsiteX304" fmla="*/ 920115 w 1227772"/>
              <a:gd name="connsiteY304" fmla="*/ 38100 h 115252"/>
              <a:gd name="connsiteX305" fmla="*/ 1024890 w 1227772"/>
              <a:gd name="connsiteY305" fmla="*/ 33338 h 115252"/>
              <a:gd name="connsiteX306" fmla="*/ 1030605 w 1227772"/>
              <a:gd name="connsiteY306" fmla="*/ 33338 h 115252"/>
              <a:gd name="connsiteX307" fmla="*/ 1030605 w 1227772"/>
              <a:gd name="connsiteY307" fmla="*/ 28575 h 115252"/>
              <a:gd name="connsiteX308" fmla="*/ 1010603 w 1227772"/>
              <a:gd name="connsiteY308" fmla="*/ 28575 h 115252"/>
              <a:gd name="connsiteX309" fmla="*/ 1010603 w 1227772"/>
              <a:gd name="connsiteY309" fmla="*/ 33338 h 115252"/>
              <a:gd name="connsiteX310" fmla="*/ 1018222 w 1227772"/>
              <a:gd name="connsiteY310" fmla="*/ 33338 h 115252"/>
              <a:gd name="connsiteX311" fmla="*/ 1007745 w 1227772"/>
              <a:gd name="connsiteY311" fmla="*/ 74295 h 115252"/>
              <a:gd name="connsiteX312" fmla="*/ 993457 w 1227772"/>
              <a:gd name="connsiteY312" fmla="*/ 33338 h 115252"/>
              <a:gd name="connsiteX313" fmla="*/ 999172 w 1227772"/>
              <a:gd name="connsiteY313" fmla="*/ 33338 h 115252"/>
              <a:gd name="connsiteX314" fmla="*/ 999172 w 1227772"/>
              <a:gd name="connsiteY314" fmla="*/ 28575 h 115252"/>
              <a:gd name="connsiteX315" fmla="*/ 978218 w 1227772"/>
              <a:gd name="connsiteY315" fmla="*/ 28575 h 115252"/>
              <a:gd name="connsiteX316" fmla="*/ 978218 w 1227772"/>
              <a:gd name="connsiteY316" fmla="*/ 33338 h 115252"/>
              <a:gd name="connsiteX317" fmla="*/ 982980 w 1227772"/>
              <a:gd name="connsiteY317" fmla="*/ 33338 h 115252"/>
              <a:gd name="connsiteX318" fmla="*/ 985838 w 1227772"/>
              <a:gd name="connsiteY318" fmla="*/ 42863 h 115252"/>
              <a:gd name="connsiteX319" fmla="*/ 974407 w 1227772"/>
              <a:gd name="connsiteY319" fmla="*/ 74295 h 115252"/>
              <a:gd name="connsiteX320" fmla="*/ 962025 w 1227772"/>
              <a:gd name="connsiteY320" fmla="*/ 33338 h 115252"/>
              <a:gd name="connsiteX321" fmla="*/ 969645 w 1227772"/>
              <a:gd name="connsiteY321" fmla="*/ 33338 h 115252"/>
              <a:gd name="connsiteX322" fmla="*/ 969645 w 1227772"/>
              <a:gd name="connsiteY322" fmla="*/ 28575 h 115252"/>
              <a:gd name="connsiteX323" fmla="*/ 944880 w 1227772"/>
              <a:gd name="connsiteY323" fmla="*/ 28575 h 115252"/>
              <a:gd name="connsiteX324" fmla="*/ 944880 w 1227772"/>
              <a:gd name="connsiteY324" fmla="*/ 33338 h 115252"/>
              <a:gd name="connsiteX325" fmla="*/ 949643 w 1227772"/>
              <a:gd name="connsiteY325" fmla="*/ 33338 h 115252"/>
              <a:gd name="connsiteX326" fmla="*/ 966788 w 1227772"/>
              <a:gd name="connsiteY326" fmla="*/ 85725 h 115252"/>
              <a:gd name="connsiteX327" fmla="*/ 975360 w 1227772"/>
              <a:gd name="connsiteY327" fmla="*/ 85725 h 115252"/>
              <a:gd name="connsiteX328" fmla="*/ 987743 w 1227772"/>
              <a:gd name="connsiteY328" fmla="*/ 52388 h 115252"/>
              <a:gd name="connsiteX329" fmla="*/ 988695 w 1227772"/>
              <a:gd name="connsiteY329" fmla="*/ 52388 h 115252"/>
              <a:gd name="connsiteX330" fmla="*/ 1001078 w 1227772"/>
              <a:gd name="connsiteY330" fmla="*/ 85725 h 115252"/>
              <a:gd name="connsiteX331" fmla="*/ 1009650 w 1227772"/>
              <a:gd name="connsiteY331" fmla="*/ 85725 h 115252"/>
              <a:gd name="connsiteX332" fmla="*/ 1024890 w 1227772"/>
              <a:gd name="connsiteY332" fmla="*/ 33338 h 115252"/>
              <a:gd name="connsiteX333" fmla="*/ 1072515 w 1227772"/>
              <a:gd name="connsiteY333" fmla="*/ 57150 h 115252"/>
              <a:gd name="connsiteX334" fmla="*/ 1059180 w 1227772"/>
              <a:gd name="connsiteY334" fmla="*/ 80963 h 115252"/>
              <a:gd name="connsiteX335" fmla="*/ 1044893 w 1227772"/>
              <a:gd name="connsiteY335" fmla="*/ 56198 h 115252"/>
              <a:gd name="connsiteX336" fmla="*/ 1058228 w 1227772"/>
              <a:gd name="connsiteY336" fmla="*/ 32385 h 115252"/>
              <a:gd name="connsiteX337" fmla="*/ 1072515 w 1227772"/>
              <a:gd name="connsiteY337" fmla="*/ 57150 h 115252"/>
              <a:gd name="connsiteX338" fmla="*/ 1084898 w 1227772"/>
              <a:gd name="connsiteY338" fmla="*/ 57150 h 115252"/>
              <a:gd name="connsiteX339" fmla="*/ 1059180 w 1227772"/>
              <a:gd name="connsiteY339" fmla="*/ 27623 h 115252"/>
              <a:gd name="connsiteX340" fmla="*/ 1033463 w 1227772"/>
              <a:gd name="connsiteY340" fmla="*/ 58102 h 115252"/>
              <a:gd name="connsiteX341" fmla="*/ 1059180 w 1227772"/>
              <a:gd name="connsiteY341" fmla="*/ 87630 h 115252"/>
              <a:gd name="connsiteX342" fmla="*/ 1084898 w 1227772"/>
              <a:gd name="connsiteY342" fmla="*/ 57150 h 115252"/>
              <a:gd name="connsiteX343" fmla="*/ 1136332 w 1227772"/>
              <a:gd name="connsiteY343" fmla="*/ 38100 h 115252"/>
              <a:gd name="connsiteX344" fmla="*/ 1124903 w 1227772"/>
              <a:gd name="connsiteY344" fmla="*/ 27623 h 115252"/>
              <a:gd name="connsiteX345" fmla="*/ 1108710 w 1227772"/>
              <a:gd name="connsiteY345" fmla="*/ 38100 h 115252"/>
              <a:gd name="connsiteX346" fmla="*/ 1107757 w 1227772"/>
              <a:gd name="connsiteY346" fmla="*/ 28575 h 115252"/>
              <a:gd name="connsiteX347" fmla="*/ 1091565 w 1227772"/>
              <a:gd name="connsiteY347" fmla="*/ 28575 h 115252"/>
              <a:gd name="connsiteX348" fmla="*/ 1091565 w 1227772"/>
              <a:gd name="connsiteY348" fmla="*/ 33338 h 115252"/>
              <a:gd name="connsiteX349" fmla="*/ 1099185 w 1227772"/>
              <a:gd name="connsiteY349" fmla="*/ 34290 h 115252"/>
              <a:gd name="connsiteX350" fmla="*/ 1099185 w 1227772"/>
              <a:gd name="connsiteY350" fmla="*/ 80963 h 115252"/>
              <a:gd name="connsiteX351" fmla="*/ 1091565 w 1227772"/>
              <a:gd name="connsiteY351" fmla="*/ 81915 h 115252"/>
              <a:gd name="connsiteX352" fmla="*/ 1091565 w 1227772"/>
              <a:gd name="connsiteY352" fmla="*/ 86677 h 115252"/>
              <a:gd name="connsiteX353" fmla="*/ 1122045 w 1227772"/>
              <a:gd name="connsiteY353" fmla="*/ 86677 h 115252"/>
              <a:gd name="connsiteX354" fmla="*/ 1122045 w 1227772"/>
              <a:gd name="connsiteY354" fmla="*/ 81915 h 115252"/>
              <a:gd name="connsiteX355" fmla="*/ 1109663 w 1227772"/>
              <a:gd name="connsiteY355" fmla="*/ 80963 h 115252"/>
              <a:gd name="connsiteX356" fmla="*/ 1109663 w 1227772"/>
              <a:gd name="connsiteY356" fmla="*/ 49530 h 115252"/>
              <a:gd name="connsiteX357" fmla="*/ 1121093 w 1227772"/>
              <a:gd name="connsiteY357" fmla="*/ 35242 h 115252"/>
              <a:gd name="connsiteX358" fmla="*/ 1124903 w 1227772"/>
              <a:gd name="connsiteY358" fmla="*/ 38100 h 115252"/>
              <a:gd name="connsiteX359" fmla="*/ 1124903 w 1227772"/>
              <a:gd name="connsiteY359" fmla="*/ 39052 h 115252"/>
              <a:gd name="connsiteX360" fmla="*/ 1121093 w 1227772"/>
              <a:gd name="connsiteY360" fmla="*/ 40958 h 115252"/>
              <a:gd name="connsiteX361" fmla="*/ 1128713 w 1227772"/>
              <a:gd name="connsiteY361" fmla="*/ 48577 h 115252"/>
              <a:gd name="connsiteX362" fmla="*/ 1136332 w 1227772"/>
              <a:gd name="connsiteY362" fmla="*/ 38100 h 115252"/>
              <a:gd name="connsiteX363" fmla="*/ 1138238 w 1227772"/>
              <a:gd name="connsiteY363" fmla="*/ 85725 h 115252"/>
              <a:gd name="connsiteX364" fmla="*/ 1164907 w 1227772"/>
              <a:gd name="connsiteY364" fmla="*/ 85725 h 115252"/>
              <a:gd name="connsiteX365" fmla="*/ 1164907 w 1227772"/>
              <a:gd name="connsiteY365" fmla="*/ 80963 h 115252"/>
              <a:gd name="connsiteX366" fmla="*/ 1156335 w 1227772"/>
              <a:gd name="connsiteY366" fmla="*/ 80010 h 115252"/>
              <a:gd name="connsiteX367" fmla="*/ 1156335 w 1227772"/>
              <a:gd name="connsiteY367" fmla="*/ 0 h 115252"/>
              <a:gd name="connsiteX368" fmla="*/ 1137285 w 1227772"/>
              <a:gd name="connsiteY368" fmla="*/ 0 h 115252"/>
              <a:gd name="connsiteX369" fmla="*/ 1137285 w 1227772"/>
              <a:gd name="connsiteY369" fmla="*/ 4763 h 115252"/>
              <a:gd name="connsiteX370" fmla="*/ 1144905 w 1227772"/>
              <a:gd name="connsiteY370" fmla="*/ 5715 h 115252"/>
              <a:gd name="connsiteX371" fmla="*/ 1144905 w 1227772"/>
              <a:gd name="connsiteY371" fmla="*/ 80010 h 115252"/>
              <a:gd name="connsiteX372" fmla="*/ 1137285 w 1227772"/>
              <a:gd name="connsiteY372" fmla="*/ 80963 h 115252"/>
              <a:gd name="connsiteX373" fmla="*/ 1137285 w 1227772"/>
              <a:gd name="connsiteY373" fmla="*/ 85725 h 115252"/>
              <a:gd name="connsiteX374" fmla="*/ 1209675 w 1227772"/>
              <a:gd name="connsiteY374" fmla="*/ 64770 h 115252"/>
              <a:gd name="connsiteX375" fmla="*/ 1195388 w 1227772"/>
              <a:gd name="connsiteY375" fmla="*/ 79058 h 115252"/>
              <a:gd name="connsiteX376" fmla="*/ 1182053 w 1227772"/>
              <a:gd name="connsiteY376" fmla="*/ 56198 h 115252"/>
              <a:gd name="connsiteX377" fmla="*/ 1196340 w 1227772"/>
              <a:gd name="connsiteY377" fmla="*/ 32385 h 115252"/>
              <a:gd name="connsiteX378" fmla="*/ 1209675 w 1227772"/>
              <a:gd name="connsiteY378" fmla="*/ 45720 h 115252"/>
              <a:gd name="connsiteX379" fmla="*/ 1209675 w 1227772"/>
              <a:gd name="connsiteY379" fmla="*/ 64770 h 115252"/>
              <a:gd name="connsiteX380" fmla="*/ 1227773 w 1227772"/>
              <a:gd name="connsiteY380" fmla="*/ 85725 h 115252"/>
              <a:gd name="connsiteX381" fmla="*/ 1227773 w 1227772"/>
              <a:gd name="connsiteY381" fmla="*/ 80963 h 115252"/>
              <a:gd name="connsiteX382" fmla="*/ 1220153 w 1227772"/>
              <a:gd name="connsiteY382" fmla="*/ 80010 h 115252"/>
              <a:gd name="connsiteX383" fmla="*/ 1220153 w 1227772"/>
              <a:gd name="connsiteY383" fmla="*/ 0 h 115252"/>
              <a:gd name="connsiteX384" fmla="*/ 1200150 w 1227772"/>
              <a:gd name="connsiteY384" fmla="*/ 0 h 115252"/>
              <a:gd name="connsiteX385" fmla="*/ 1200150 w 1227772"/>
              <a:gd name="connsiteY385" fmla="*/ 4763 h 115252"/>
              <a:gd name="connsiteX386" fmla="*/ 1208723 w 1227772"/>
              <a:gd name="connsiteY386" fmla="*/ 5715 h 115252"/>
              <a:gd name="connsiteX387" fmla="*/ 1208723 w 1227772"/>
              <a:gd name="connsiteY387" fmla="*/ 33338 h 115252"/>
              <a:gd name="connsiteX388" fmla="*/ 1193482 w 1227772"/>
              <a:gd name="connsiteY388" fmla="*/ 26670 h 115252"/>
              <a:gd name="connsiteX389" fmla="*/ 1169670 w 1227772"/>
              <a:gd name="connsiteY389" fmla="*/ 57150 h 115252"/>
              <a:gd name="connsiteX390" fmla="*/ 1191578 w 1227772"/>
              <a:gd name="connsiteY390" fmla="*/ 85725 h 115252"/>
              <a:gd name="connsiteX391" fmla="*/ 1209675 w 1227772"/>
              <a:gd name="connsiteY391" fmla="*/ 76200 h 115252"/>
              <a:gd name="connsiteX392" fmla="*/ 1210628 w 1227772"/>
              <a:gd name="connsiteY392" fmla="*/ 84773 h 115252"/>
              <a:gd name="connsiteX393" fmla="*/ 1227773 w 1227772"/>
              <a:gd name="connsiteY393" fmla="*/ 84773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</a:cxnLst>
            <a:rect l="l" t="t" r="r" b="b"/>
            <a:pathLst>
              <a:path w="1227772" h="115252">
                <a:moveTo>
                  <a:pt x="57150" y="42863"/>
                </a:moveTo>
                <a:cubicBezTo>
                  <a:pt x="57150" y="65723"/>
                  <a:pt x="47625" y="80010"/>
                  <a:pt x="25718" y="80010"/>
                </a:cubicBezTo>
                <a:lnTo>
                  <a:pt x="20955" y="80010"/>
                </a:lnTo>
                <a:lnTo>
                  <a:pt x="20955" y="4763"/>
                </a:lnTo>
                <a:lnTo>
                  <a:pt x="23813" y="4763"/>
                </a:lnTo>
                <a:cubicBezTo>
                  <a:pt x="46672" y="5715"/>
                  <a:pt x="57150" y="16192"/>
                  <a:pt x="57150" y="42863"/>
                </a:cubicBezTo>
                <a:moveTo>
                  <a:pt x="70485" y="43815"/>
                </a:moveTo>
                <a:cubicBezTo>
                  <a:pt x="70485" y="15240"/>
                  <a:pt x="54293" y="0"/>
                  <a:pt x="27622" y="0"/>
                </a:cubicBezTo>
                <a:lnTo>
                  <a:pt x="0" y="0"/>
                </a:lnTo>
                <a:lnTo>
                  <a:pt x="0" y="4763"/>
                </a:lnTo>
                <a:lnTo>
                  <a:pt x="9525" y="5715"/>
                </a:lnTo>
                <a:lnTo>
                  <a:pt x="9525" y="80963"/>
                </a:lnTo>
                <a:lnTo>
                  <a:pt x="0" y="81915"/>
                </a:lnTo>
                <a:lnTo>
                  <a:pt x="0" y="86677"/>
                </a:lnTo>
                <a:lnTo>
                  <a:pt x="24765" y="86677"/>
                </a:lnTo>
                <a:cubicBezTo>
                  <a:pt x="50482" y="85725"/>
                  <a:pt x="70485" y="76200"/>
                  <a:pt x="70485" y="43815"/>
                </a:cubicBezTo>
                <a:moveTo>
                  <a:pt x="116205" y="50483"/>
                </a:moveTo>
                <a:lnTo>
                  <a:pt x="91440" y="50483"/>
                </a:lnTo>
                <a:cubicBezTo>
                  <a:pt x="92393" y="40958"/>
                  <a:pt x="96203" y="32385"/>
                  <a:pt x="104775" y="32385"/>
                </a:cubicBezTo>
                <a:cubicBezTo>
                  <a:pt x="112395" y="32385"/>
                  <a:pt x="115253" y="38100"/>
                  <a:pt x="115253" y="48577"/>
                </a:cubicBezTo>
                <a:lnTo>
                  <a:pt x="115253" y="50483"/>
                </a:lnTo>
                <a:close/>
                <a:moveTo>
                  <a:pt x="126682" y="57150"/>
                </a:moveTo>
                <a:cubicBezTo>
                  <a:pt x="126682" y="55245"/>
                  <a:pt x="126682" y="54292"/>
                  <a:pt x="126682" y="52388"/>
                </a:cubicBezTo>
                <a:cubicBezTo>
                  <a:pt x="126682" y="35242"/>
                  <a:pt x="118110" y="27623"/>
                  <a:pt x="104775" y="27623"/>
                </a:cubicBezTo>
                <a:cubicBezTo>
                  <a:pt x="89535" y="27623"/>
                  <a:pt x="79057" y="39052"/>
                  <a:pt x="79057" y="58102"/>
                </a:cubicBezTo>
                <a:cubicBezTo>
                  <a:pt x="79057" y="75248"/>
                  <a:pt x="86678" y="86677"/>
                  <a:pt x="103822" y="86677"/>
                </a:cubicBezTo>
                <a:cubicBezTo>
                  <a:pt x="115253" y="86677"/>
                  <a:pt x="122872" y="80963"/>
                  <a:pt x="125730" y="71438"/>
                </a:cubicBezTo>
                <a:lnTo>
                  <a:pt x="120968" y="69533"/>
                </a:lnTo>
                <a:cubicBezTo>
                  <a:pt x="118110" y="76200"/>
                  <a:pt x="114300" y="79058"/>
                  <a:pt x="106680" y="79058"/>
                </a:cubicBezTo>
                <a:cubicBezTo>
                  <a:pt x="95250" y="79058"/>
                  <a:pt x="91440" y="70485"/>
                  <a:pt x="91440" y="56198"/>
                </a:cubicBezTo>
                <a:lnTo>
                  <a:pt x="126682" y="56198"/>
                </a:lnTo>
                <a:close/>
                <a:moveTo>
                  <a:pt x="132397" y="85725"/>
                </a:moveTo>
                <a:lnTo>
                  <a:pt x="159068" y="85725"/>
                </a:lnTo>
                <a:lnTo>
                  <a:pt x="159068" y="80963"/>
                </a:lnTo>
                <a:lnTo>
                  <a:pt x="150495" y="80010"/>
                </a:lnTo>
                <a:lnTo>
                  <a:pt x="150495" y="0"/>
                </a:lnTo>
                <a:lnTo>
                  <a:pt x="131445" y="0"/>
                </a:lnTo>
                <a:lnTo>
                  <a:pt x="131445" y="4763"/>
                </a:lnTo>
                <a:lnTo>
                  <a:pt x="139065" y="5715"/>
                </a:lnTo>
                <a:lnTo>
                  <a:pt x="139065" y="80010"/>
                </a:lnTo>
                <a:lnTo>
                  <a:pt x="131445" y="80963"/>
                </a:lnTo>
                <a:lnTo>
                  <a:pt x="131445" y="85725"/>
                </a:lnTo>
                <a:close/>
                <a:moveTo>
                  <a:pt x="185738" y="12383"/>
                </a:moveTo>
                <a:cubicBezTo>
                  <a:pt x="185738" y="7620"/>
                  <a:pt x="182880" y="5715"/>
                  <a:pt x="178118" y="5715"/>
                </a:cubicBezTo>
                <a:cubicBezTo>
                  <a:pt x="173355" y="5715"/>
                  <a:pt x="171450" y="8573"/>
                  <a:pt x="171450" y="12383"/>
                </a:cubicBezTo>
                <a:cubicBezTo>
                  <a:pt x="171450" y="16192"/>
                  <a:pt x="173355" y="19050"/>
                  <a:pt x="178118" y="19050"/>
                </a:cubicBezTo>
                <a:cubicBezTo>
                  <a:pt x="183832" y="19050"/>
                  <a:pt x="185738" y="16192"/>
                  <a:pt x="185738" y="12383"/>
                </a:cubicBezTo>
                <a:moveTo>
                  <a:pt x="166688" y="85725"/>
                </a:moveTo>
                <a:lnTo>
                  <a:pt x="194310" y="85725"/>
                </a:lnTo>
                <a:lnTo>
                  <a:pt x="194310" y="80963"/>
                </a:lnTo>
                <a:lnTo>
                  <a:pt x="185738" y="80010"/>
                </a:lnTo>
                <a:lnTo>
                  <a:pt x="185738" y="28575"/>
                </a:lnTo>
                <a:lnTo>
                  <a:pt x="166688" y="28575"/>
                </a:lnTo>
                <a:lnTo>
                  <a:pt x="166688" y="33338"/>
                </a:lnTo>
                <a:lnTo>
                  <a:pt x="175260" y="34290"/>
                </a:lnTo>
                <a:lnTo>
                  <a:pt x="175260" y="80963"/>
                </a:lnTo>
                <a:lnTo>
                  <a:pt x="166688" y="81915"/>
                </a:lnTo>
                <a:lnTo>
                  <a:pt x="166688" y="85725"/>
                </a:lnTo>
                <a:close/>
                <a:moveTo>
                  <a:pt x="244793" y="33338"/>
                </a:moveTo>
                <a:lnTo>
                  <a:pt x="250507" y="33338"/>
                </a:lnTo>
                <a:lnTo>
                  <a:pt x="250507" y="28575"/>
                </a:lnTo>
                <a:lnTo>
                  <a:pt x="230505" y="28575"/>
                </a:lnTo>
                <a:lnTo>
                  <a:pt x="230505" y="33338"/>
                </a:lnTo>
                <a:lnTo>
                  <a:pt x="238125" y="33338"/>
                </a:lnTo>
                <a:lnTo>
                  <a:pt x="224790" y="73342"/>
                </a:lnTo>
                <a:lnTo>
                  <a:pt x="211455" y="33338"/>
                </a:lnTo>
                <a:lnTo>
                  <a:pt x="219075" y="33338"/>
                </a:lnTo>
                <a:lnTo>
                  <a:pt x="219075" y="28575"/>
                </a:lnTo>
                <a:lnTo>
                  <a:pt x="194310" y="28575"/>
                </a:lnTo>
                <a:lnTo>
                  <a:pt x="194310" y="33338"/>
                </a:lnTo>
                <a:lnTo>
                  <a:pt x="199072" y="33338"/>
                </a:lnTo>
                <a:lnTo>
                  <a:pt x="217170" y="85725"/>
                </a:lnTo>
                <a:lnTo>
                  <a:pt x="225743" y="85725"/>
                </a:lnTo>
                <a:lnTo>
                  <a:pt x="244793" y="33338"/>
                </a:lnTo>
                <a:close/>
                <a:moveTo>
                  <a:pt x="289560" y="50483"/>
                </a:moveTo>
                <a:lnTo>
                  <a:pt x="264795" y="50483"/>
                </a:lnTo>
                <a:cubicBezTo>
                  <a:pt x="265747" y="40958"/>
                  <a:pt x="269557" y="32385"/>
                  <a:pt x="278130" y="32385"/>
                </a:cubicBezTo>
                <a:cubicBezTo>
                  <a:pt x="285750" y="32385"/>
                  <a:pt x="288607" y="38100"/>
                  <a:pt x="288607" y="48577"/>
                </a:cubicBezTo>
                <a:lnTo>
                  <a:pt x="288607" y="50483"/>
                </a:lnTo>
                <a:close/>
                <a:moveTo>
                  <a:pt x="300038" y="57150"/>
                </a:moveTo>
                <a:cubicBezTo>
                  <a:pt x="300038" y="55245"/>
                  <a:pt x="300038" y="54292"/>
                  <a:pt x="300038" y="52388"/>
                </a:cubicBezTo>
                <a:cubicBezTo>
                  <a:pt x="300038" y="35242"/>
                  <a:pt x="291465" y="27623"/>
                  <a:pt x="278130" y="27623"/>
                </a:cubicBezTo>
                <a:cubicBezTo>
                  <a:pt x="262890" y="27623"/>
                  <a:pt x="252413" y="39052"/>
                  <a:pt x="252413" y="58102"/>
                </a:cubicBezTo>
                <a:cubicBezTo>
                  <a:pt x="252413" y="75248"/>
                  <a:pt x="260032" y="86677"/>
                  <a:pt x="277178" y="86677"/>
                </a:cubicBezTo>
                <a:cubicBezTo>
                  <a:pt x="288607" y="86677"/>
                  <a:pt x="296228" y="80963"/>
                  <a:pt x="299085" y="71438"/>
                </a:cubicBezTo>
                <a:lnTo>
                  <a:pt x="294322" y="69533"/>
                </a:lnTo>
                <a:cubicBezTo>
                  <a:pt x="291465" y="76200"/>
                  <a:pt x="287655" y="79058"/>
                  <a:pt x="280035" y="79058"/>
                </a:cubicBezTo>
                <a:cubicBezTo>
                  <a:pt x="268605" y="79058"/>
                  <a:pt x="264795" y="70485"/>
                  <a:pt x="264795" y="56198"/>
                </a:cubicBezTo>
                <a:lnTo>
                  <a:pt x="300038" y="56198"/>
                </a:lnTo>
                <a:close/>
                <a:moveTo>
                  <a:pt x="352425" y="38100"/>
                </a:moveTo>
                <a:cubicBezTo>
                  <a:pt x="352425" y="31433"/>
                  <a:pt x="346710" y="27623"/>
                  <a:pt x="340995" y="27623"/>
                </a:cubicBezTo>
                <a:cubicBezTo>
                  <a:pt x="332422" y="27623"/>
                  <a:pt x="327660" y="32385"/>
                  <a:pt x="324803" y="38100"/>
                </a:cubicBezTo>
                <a:lnTo>
                  <a:pt x="323850" y="28575"/>
                </a:lnTo>
                <a:lnTo>
                  <a:pt x="307657" y="28575"/>
                </a:lnTo>
                <a:lnTo>
                  <a:pt x="307657" y="33338"/>
                </a:lnTo>
                <a:lnTo>
                  <a:pt x="315278" y="34290"/>
                </a:lnTo>
                <a:lnTo>
                  <a:pt x="315278" y="80963"/>
                </a:lnTo>
                <a:lnTo>
                  <a:pt x="307657" y="81915"/>
                </a:lnTo>
                <a:lnTo>
                  <a:pt x="307657" y="86677"/>
                </a:lnTo>
                <a:lnTo>
                  <a:pt x="338138" y="86677"/>
                </a:lnTo>
                <a:lnTo>
                  <a:pt x="338138" y="81915"/>
                </a:lnTo>
                <a:lnTo>
                  <a:pt x="325755" y="80963"/>
                </a:lnTo>
                <a:lnTo>
                  <a:pt x="325755" y="49530"/>
                </a:lnTo>
                <a:cubicBezTo>
                  <a:pt x="325755" y="42863"/>
                  <a:pt x="331470" y="35242"/>
                  <a:pt x="337185" y="35242"/>
                </a:cubicBezTo>
                <a:cubicBezTo>
                  <a:pt x="339090" y="35242"/>
                  <a:pt x="340995" y="36195"/>
                  <a:pt x="340995" y="38100"/>
                </a:cubicBezTo>
                <a:cubicBezTo>
                  <a:pt x="340995" y="38100"/>
                  <a:pt x="340995" y="39052"/>
                  <a:pt x="340995" y="39052"/>
                </a:cubicBezTo>
                <a:lnTo>
                  <a:pt x="337185" y="40958"/>
                </a:lnTo>
                <a:cubicBezTo>
                  <a:pt x="337185" y="45720"/>
                  <a:pt x="340043" y="48577"/>
                  <a:pt x="344805" y="48577"/>
                </a:cubicBezTo>
                <a:cubicBezTo>
                  <a:pt x="348615" y="46673"/>
                  <a:pt x="352425" y="43815"/>
                  <a:pt x="352425" y="38100"/>
                </a:cubicBezTo>
                <a:moveTo>
                  <a:pt x="378143" y="12383"/>
                </a:moveTo>
                <a:cubicBezTo>
                  <a:pt x="378143" y="7620"/>
                  <a:pt x="375285" y="5715"/>
                  <a:pt x="370522" y="5715"/>
                </a:cubicBezTo>
                <a:cubicBezTo>
                  <a:pt x="365760" y="5715"/>
                  <a:pt x="363855" y="8573"/>
                  <a:pt x="363855" y="12383"/>
                </a:cubicBezTo>
                <a:cubicBezTo>
                  <a:pt x="363855" y="16192"/>
                  <a:pt x="365760" y="19050"/>
                  <a:pt x="370522" y="19050"/>
                </a:cubicBezTo>
                <a:cubicBezTo>
                  <a:pt x="375285" y="19050"/>
                  <a:pt x="378143" y="16192"/>
                  <a:pt x="378143" y="12383"/>
                </a:cubicBezTo>
                <a:moveTo>
                  <a:pt x="358140" y="85725"/>
                </a:moveTo>
                <a:lnTo>
                  <a:pt x="385763" y="85725"/>
                </a:lnTo>
                <a:lnTo>
                  <a:pt x="385763" y="80963"/>
                </a:lnTo>
                <a:lnTo>
                  <a:pt x="377190" y="80010"/>
                </a:lnTo>
                <a:lnTo>
                  <a:pt x="377190" y="28575"/>
                </a:lnTo>
                <a:lnTo>
                  <a:pt x="358140" y="28575"/>
                </a:lnTo>
                <a:lnTo>
                  <a:pt x="358140" y="33338"/>
                </a:lnTo>
                <a:lnTo>
                  <a:pt x="366713" y="34290"/>
                </a:lnTo>
                <a:lnTo>
                  <a:pt x="366713" y="80963"/>
                </a:lnTo>
                <a:lnTo>
                  <a:pt x="358140" y="81915"/>
                </a:lnTo>
                <a:lnTo>
                  <a:pt x="358140" y="85725"/>
                </a:lnTo>
                <a:close/>
                <a:moveTo>
                  <a:pt x="429578" y="85725"/>
                </a:moveTo>
                <a:lnTo>
                  <a:pt x="455295" y="85725"/>
                </a:lnTo>
                <a:lnTo>
                  <a:pt x="455295" y="80963"/>
                </a:lnTo>
                <a:lnTo>
                  <a:pt x="447675" y="80010"/>
                </a:lnTo>
                <a:lnTo>
                  <a:pt x="447675" y="46673"/>
                </a:lnTo>
                <a:cubicBezTo>
                  <a:pt x="447675" y="33338"/>
                  <a:pt x="442913" y="27623"/>
                  <a:pt x="430530" y="27623"/>
                </a:cubicBezTo>
                <a:cubicBezTo>
                  <a:pt x="421005" y="27623"/>
                  <a:pt x="414338" y="33338"/>
                  <a:pt x="410528" y="38100"/>
                </a:cubicBezTo>
                <a:lnTo>
                  <a:pt x="409575" y="28575"/>
                </a:lnTo>
                <a:lnTo>
                  <a:pt x="393382" y="28575"/>
                </a:lnTo>
                <a:lnTo>
                  <a:pt x="393382" y="33338"/>
                </a:lnTo>
                <a:lnTo>
                  <a:pt x="401003" y="34290"/>
                </a:lnTo>
                <a:lnTo>
                  <a:pt x="401003" y="80963"/>
                </a:lnTo>
                <a:lnTo>
                  <a:pt x="393382" y="81915"/>
                </a:lnTo>
                <a:lnTo>
                  <a:pt x="393382" y="86677"/>
                </a:lnTo>
                <a:lnTo>
                  <a:pt x="419100" y="86677"/>
                </a:lnTo>
                <a:lnTo>
                  <a:pt x="419100" y="81915"/>
                </a:lnTo>
                <a:lnTo>
                  <a:pt x="411480" y="80963"/>
                </a:lnTo>
                <a:lnTo>
                  <a:pt x="411480" y="50483"/>
                </a:lnTo>
                <a:cubicBezTo>
                  <a:pt x="411480" y="40958"/>
                  <a:pt x="418147" y="36195"/>
                  <a:pt x="425768" y="36195"/>
                </a:cubicBezTo>
                <a:cubicBezTo>
                  <a:pt x="434340" y="36195"/>
                  <a:pt x="436245" y="40958"/>
                  <a:pt x="436245" y="48577"/>
                </a:cubicBezTo>
                <a:lnTo>
                  <a:pt x="436245" y="81915"/>
                </a:lnTo>
                <a:lnTo>
                  <a:pt x="428625" y="82867"/>
                </a:lnTo>
                <a:lnTo>
                  <a:pt x="428625" y="85725"/>
                </a:lnTo>
                <a:close/>
                <a:moveTo>
                  <a:pt x="484822" y="87630"/>
                </a:moveTo>
                <a:cubicBezTo>
                  <a:pt x="495300" y="87630"/>
                  <a:pt x="501015" y="90488"/>
                  <a:pt x="501015" y="96202"/>
                </a:cubicBezTo>
                <a:cubicBezTo>
                  <a:pt x="501015" y="103823"/>
                  <a:pt x="495300" y="107633"/>
                  <a:pt x="484822" y="107633"/>
                </a:cubicBezTo>
                <a:cubicBezTo>
                  <a:pt x="470535" y="107633"/>
                  <a:pt x="466725" y="102870"/>
                  <a:pt x="466725" y="97155"/>
                </a:cubicBezTo>
                <a:cubicBezTo>
                  <a:pt x="466725" y="94298"/>
                  <a:pt x="467678" y="89535"/>
                  <a:pt x="469582" y="87630"/>
                </a:cubicBezTo>
                <a:lnTo>
                  <a:pt x="484822" y="87630"/>
                </a:lnTo>
                <a:close/>
                <a:moveTo>
                  <a:pt x="471488" y="46673"/>
                </a:moveTo>
                <a:cubicBezTo>
                  <a:pt x="471488" y="35242"/>
                  <a:pt x="476250" y="31433"/>
                  <a:pt x="481965" y="31433"/>
                </a:cubicBezTo>
                <a:cubicBezTo>
                  <a:pt x="488632" y="31433"/>
                  <a:pt x="492443" y="35242"/>
                  <a:pt x="492443" y="46673"/>
                </a:cubicBezTo>
                <a:cubicBezTo>
                  <a:pt x="492443" y="59055"/>
                  <a:pt x="487680" y="62865"/>
                  <a:pt x="481965" y="62865"/>
                </a:cubicBezTo>
                <a:cubicBezTo>
                  <a:pt x="476250" y="62865"/>
                  <a:pt x="471488" y="59055"/>
                  <a:pt x="471488" y="46673"/>
                </a:cubicBezTo>
                <a:moveTo>
                  <a:pt x="471488" y="74295"/>
                </a:moveTo>
                <a:cubicBezTo>
                  <a:pt x="471488" y="72390"/>
                  <a:pt x="473393" y="70485"/>
                  <a:pt x="477203" y="67627"/>
                </a:cubicBezTo>
                <a:cubicBezTo>
                  <a:pt x="479107" y="67627"/>
                  <a:pt x="481013" y="68580"/>
                  <a:pt x="483870" y="68580"/>
                </a:cubicBezTo>
                <a:cubicBezTo>
                  <a:pt x="496253" y="68580"/>
                  <a:pt x="504825" y="60960"/>
                  <a:pt x="504825" y="47625"/>
                </a:cubicBezTo>
                <a:cubicBezTo>
                  <a:pt x="504825" y="40958"/>
                  <a:pt x="501968" y="36195"/>
                  <a:pt x="499110" y="33338"/>
                </a:cubicBezTo>
                <a:lnTo>
                  <a:pt x="509588" y="31433"/>
                </a:lnTo>
                <a:lnTo>
                  <a:pt x="509588" y="24765"/>
                </a:lnTo>
                <a:cubicBezTo>
                  <a:pt x="508635" y="23813"/>
                  <a:pt x="507682" y="23813"/>
                  <a:pt x="505778" y="23813"/>
                </a:cubicBezTo>
                <a:cubicBezTo>
                  <a:pt x="501968" y="23813"/>
                  <a:pt x="498157" y="26670"/>
                  <a:pt x="495300" y="29527"/>
                </a:cubicBezTo>
                <a:cubicBezTo>
                  <a:pt x="492443" y="27623"/>
                  <a:pt x="488632" y="26670"/>
                  <a:pt x="482918" y="26670"/>
                </a:cubicBezTo>
                <a:cubicBezTo>
                  <a:pt x="467678" y="26670"/>
                  <a:pt x="460057" y="37148"/>
                  <a:pt x="460057" y="48577"/>
                </a:cubicBezTo>
                <a:cubicBezTo>
                  <a:pt x="460057" y="57150"/>
                  <a:pt x="463868" y="63817"/>
                  <a:pt x="470535" y="66675"/>
                </a:cubicBezTo>
                <a:cubicBezTo>
                  <a:pt x="464820" y="71438"/>
                  <a:pt x="460057" y="75248"/>
                  <a:pt x="460057" y="80010"/>
                </a:cubicBezTo>
                <a:cubicBezTo>
                  <a:pt x="460057" y="82867"/>
                  <a:pt x="461010" y="84773"/>
                  <a:pt x="463868" y="86677"/>
                </a:cubicBezTo>
                <a:cubicBezTo>
                  <a:pt x="460057" y="88583"/>
                  <a:pt x="456247" y="94298"/>
                  <a:pt x="456247" y="100965"/>
                </a:cubicBezTo>
                <a:cubicBezTo>
                  <a:pt x="456247" y="108585"/>
                  <a:pt x="462915" y="115252"/>
                  <a:pt x="481013" y="115252"/>
                </a:cubicBezTo>
                <a:cubicBezTo>
                  <a:pt x="502920" y="115252"/>
                  <a:pt x="508635" y="106680"/>
                  <a:pt x="508635" y="95250"/>
                </a:cubicBezTo>
                <a:cubicBezTo>
                  <a:pt x="508635" y="81915"/>
                  <a:pt x="499110" y="78105"/>
                  <a:pt x="485775" y="78105"/>
                </a:cubicBezTo>
                <a:lnTo>
                  <a:pt x="475297" y="78105"/>
                </a:lnTo>
                <a:cubicBezTo>
                  <a:pt x="472440" y="77152"/>
                  <a:pt x="471488" y="77152"/>
                  <a:pt x="471488" y="74295"/>
                </a:cubicBezTo>
                <a:moveTo>
                  <a:pt x="572453" y="69533"/>
                </a:moveTo>
                <a:cubicBezTo>
                  <a:pt x="572453" y="76200"/>
                  <a:pt x="566738" y="80010"/>
                  <a:pt x="561022" y="80010"/>
                </a:cubicBezTo>
                <a:cubicBezTo>
                  <a:pt x="555307" y="80010"/>
                  <a:pt x="553403" y="76200"/>
                  <a:pt x="553403" y="70485"/>
                </a:cubicBezTo>
                <a:cubicBezTo>
                  <a:pt x="553403" y="63817"/>
                  <a:pt x="556260" y="59055"/>
                  <a:pt x="566738" y="59055"/>
                </a:cubicBezTo>
                <a:lnTo>
                  <a:pt x="572453" y="59055"/>
                </a:lnTo>
                <a:lnTo>
                  <a:pt x="572453" y="69533"/>
                </a:lnTo>
                <a:close/>
                <a:moveTo>
                  <a:pt x="583882" y="86677"/>
                </a:moveTo>
                <a:cubicBezTo>
                  <a:pt x="587693" y="86677"/>
                  <a:pt x="590550" y="85725"/>
                  <a:pt x="592455" y="84773"/>
                </a:cubicBezTo>
                <a:lnTo>
                  <a:pt x="591503" y="80963"/>
                </a:lnTo>
                <a:cubicBezTo>
                  <a:pt x="590550" y="80963"/>
                  <a:pt x="588645" y="81915"/>
                  <a:pt x="587693" y="81915"/>
                </a:cubicBezTo>
                <a:cubicBezTo>
                  <a:pt x="584835" y="81915"/>
                  <a:pt x="583882" y="80010"/>
                  <a:pt x="583882" y="75248"/>
                </a:cubicBezTo>
                <a:lnTo>
                  <a:pt x="583882" y="49530"/>
                </a:lnTo>
                <a:cubicBezTo>
                  <a:pt x="583882" y="33338"/>
                  <a:pt x="577215" y="27623"/>
                  <a:pt x="563880" y="27623"/>
                </a:cubicBezTo>
                <a:cubicBezTo>
                  <a:pt x="552450" y="27623"/>
                  <a:pt x="544830" y="33338"/>
                  <a:pt x="544830" y="41910"/>
                </a:cubicBezTo>
                <a:cubicBezTo>
                  <a:pt x="544830" y="46673"/>
                  <a:pt x="547688" y="48577"/>
                  <a:pt x="551497" y="48577"/>
                </a:cubicBezTo>
                <a:cubicBezTo>
                  <a:pt x="555307" y="48577"/>
                  <a:pt x="558165" y="46673"/>
                  <a:pt x="558165" y="42863"/>
                </a:cubicBezTo>
                <a:cubicBezTo>
                  <a:pt x="558165" y="41910"/>
                  <a:pt x="558165" y="40005"/>
                  <a:pt x="557213" y="39052"/>
                </a:cubicBezTo>
                <a:lnTo>
                  <a:pt x="552450" y="39052"/>
                </a:lnTo>
                <a:cubicBezTo>
                  <a:pt x="552450" y="38100"/>
                  <a:pt x="552450" y="38100"/>
                  <a:pt x="552450" y="37148"/>
                </a:cubicBezTo>
                <a:cubicBezTo>
                  <a:pt x="552450" y="32385"/>
                  <a:pt x="558165" y="32385"/>
                  <a:pt x="561975" y="32385"/>
                </a:cubicBezTo>
                <a:cubicBezTo>
                  <a:pt x="570547" y="32385"/>
                  <a:pt x="573405" y="38100"/>
                  <a:pt x="573405" y="47625"/>
                </a:cubicBezTo>
                <a:lnTo>
                  <a:pt x="573405" y="55245"/>
                </a:lnTo>
                <a:lnTo>
                  <a:pt x="565785" y="55245"/>
                </a:lnTo>
                <a:cubicBezTo>
                  <a:pt x="552450" y="55245"/>
                  <a:pt x="541972" y="59055"/>
                  <a:pt x="541972" y="71438"/>
                </a:cubicBezTo>
                <a:cubicBezTo>
                  <a:pt x="541972" y="81915"/>
                  <a:pt x="548640" y="85725"/>
                  <a:pt x="557213" y="85725"/>
                </a:cubicBezTo>
                <a:cubicBezTo>
                  <a:pt x="563880" y="85725"/>
                  <a:pt x="570547" y="82867"/>
                  <a:pt x="573405" y="77152"/>
                </a:cubicBezTo>
                <a:cubicBezTo>
                  <a:pt x="574357" y="84773"/>
                  <a:pt x="577215" y="86677"/>
                  <a:pt x="583882" y="86677"/>
                </a:cubicBezTo>
                <a:moveTo>
                  <a:pt x="665797" y="57150"/>
                </a:moveTo>
                <a:cubicBezTo>
                  <a:pt x="665797" y="72390"/>
                  <a:pt x="662940" y="80963"/>
                  <a:pt x="652463" y="80963"/>
                </a:cubicBezTo>
                <a:cubicBezTo>
                  <a:pt x="644843" y="80963"/>
                  <a:pt x="638175" y="75248"/>
                  <a:pt x="638175" y="66675"/>
                </a:cubicBezTo>
                <a:lnTo>
                  <a:pt x="638175" y="49530"/>
                </a:lnTo>
                <a:cubicBezTo>
                  <a:pt x="638175" y="40005"/>
                  <a:pt x="644843" y="34290"/>
                  <a:pt x="652463" y="34290"/>
                </a:cubicBezTo>
                <a:cubicBezTo>
                  <a:pt x="662940" y="34290"/>
                  <a:pt x="665797" y="42863"/>
                  <a:pt x="665797" y="57150"/>
                </a:cubicBezTo>
                <a:moveTo>
                  <a:pt x="677228" y="56198"/>
                </a:moveTo>
                <a:cubicBezTo>
                  <a:pt x="677228" y="37148"/>
                  <a:pt x="669607" y="26670"/>
                  <a:pt x="656272" y="26670"/>
                </a:cubicBezTo>
                <a:cubicBezTo>
                  <a:pt x="646747" y="26670"/>
                  <a:pt x="641032" y="31433"/>
                  <a:pt x="638175" y="36195"/>
                </a:cubicBezTo>
                <a:lnTo>
                  <a:pt x="638175" y="0"/>
                </a:lnTo>
                <a:lnTo>
                  <a:pt x="620078" y="0"/>
                </a:lnTo>
                <a:lnTo>
                  <a:pt x="620078" y="4763"/>
                </a:lnTo>
                <a:lnTo>
                  <a:pt x="627697" y="5715"/>
                </a:lnTo>
                <a:lnTo>
                  <a:pt x="627697" y="86677"/>
                </a:lnTo>
                <a:lnTo>
                  <a:pt x="631507" y="86677"/>
                </a:lnTo>
                <a:lnTo>
                  <a:pt x="636270" y="80010"/>
                </a:lnTo>
                <a:cubicBezTo>
                  <a:pt x="640080" y="83820"/>
                  <a:pt x="645795" y="86677"/>
                  <a:pt x="653415" y="86677"/>
                </a:cubicBezTo>
                <a:cubicBezTo>
                  <a:pt x="669607" y="86677"/>
                  <a:pt x="677228" y="73342"/>
                  <a:pt x="677228" y="56198"/>
                </a:cubicBezTo>
                <a:moveTo>
                  <a:pt x="722947" y="50483"/>
                </a:moveTo>
                <a:lnTo>
                  <a:pt x="698182" y="50483"/>
                </a:lnTo>
                <a:cubicBezTo>
                  <a:pt x="699135" y="40958"/>
                  <a:pt x="702945" y="32385"/>
                  <a:pt x="711518" y="32385"/>
                </a:cubicBezTo>
                <a:cubicBezTo>
                  <a:pt x="719138" y="32385"/>
                  <a:pt x="721995" y="38100"/>
                  <a:pt x="721995" y="48577"/>
                </a:cubicBezTo>
                <a:lnTo>
                  <a:pt x="721995" y="50483"/>
                </a:lnTo>
                <a:close/>
                <a:moveTo>
                  <a:pt x="733425" y="57150"/>
                </a:moveTo>
                <a:cubicBezTo>
                  <a:pt x="733425" y="55245"/>
                  <a:pt x="733425" y="54292"/>
                  <a:pt x="733425" y="52388"/>
                </a:cubicBezTo>
                <a:cubicBezTo>
                  <a:pt x="733425" y="35242"/>
                  <a:pt x="724853" y="27623"/>
                  <a:pt x="711518" y="27623"/>
                </a:cubicBezTo>
                <a:cubicBezTo>
                  <a:pt x="696278" y="27623"/>
                  <a:pt x="685800" y="39052"/>
                  <a:pt x="685800" y="58102"/>
                </a:cubicBezTo>
                <a:cubicBezTo>
                  <a:pt x="685800" y="75248"/>
                  <a:pt x="693420" y="86677"/>
                  <a:pt x="710565" y="86677"/>
                </a:cubicBezTo>
                <a:cubicBezTo>
                  <a:pt x="721995" y="86677"/>
                  <a:pt x="729615" y="80963"/>
                  <a:pt x="732472" y="71438"/>
                </a:cubicBezTo>
                <a:lnTo>
                  <a:pt x="727710" y="69533"/>
                </a:lnTo>
                <a:cubicBezTo>
                  <a:pt x="724853" y="76200"/>
                  <a:pt x="721043" y="79058"/>
                  <a:pt x="713422" y="79058"/>
                </a:cubicBezTo>
                <a:cubicBezTo>
                  <a:pt x="701993" y="79058"/>
                  <a:pt x="698182" y="70485"/>
                  <a:pt x="698182" y="56198"/>
                </a:cubicBezTo>
                <a:lnTo>
                  <a:pt x="733425" y="56198"/>
                </a:lnTo>
                <a:close/>
                <a:moveTo>
                  <a:pt x="815340" y="72390"/>
                </a:moveTo>
                <a:lnTo>
                  <a:pt x="810578" y="71438"/>
                </a:lnTo>
                <a:cubicBezTo>
                  <a:pt x="808672" y="78105"/>
                  <a:pt x="805815" y="80963"/>
                  <a:pt x="802005" y="80963"/>
                </a:cubicBezTo>
                <a:cubicBezTo>
                  <a:pt x="797243" y="80963"/>
                  <a:pt x="796290" y="78105"/>
                  <a:pt x="796290" y="72390"/>
                </a:cubicBezTo>
                <a:lnTo>
                  <a:pt x="796290" y="35242"/>
                </a:lnTo>
                <a:lnTo>
                  <a:pt x="808672" y="35242"/>
                </a:lnTo>
                <a:lnTo>
                  <a:pt x="808672" y="28575"/>
                </a:lnTo>
                <a:lnTo>
                  <a:pt x="796290" y="28575"/>
                </a:lnTo>
                <a:lnTo>
                  <a:pt x="796290" y="11430"/>
                </a:lnTo>
                <a:lnTo>
                  <a:pt x="793432" y="11430"/>
                </a:lnTo>
                <a:lnTo>
                  <a:pt x="785813" y="13335"/>
                </a:lnTo>
                <a:lnTo>
                  <a:pt x="785813" y="28575"/>
                </a:lnTo>
                <a:lnTo>
                  <a:pt x="759143" y="28575"/>
                </a:lnTo>
                <a:lnTo>
                  <a:pt x="759143" y="11430"/>
                </a:lnTo>
                <a:lnTo>
                  <a:pt x="756285" y="11430"/>
                </a:lnTo>
                <a:lnTo>
                  <a:pt x="748665" y="13335"/>
                </a:lnTo>
                <a:lnTo>
                  <a:pt x="748665" y="28575"/>
                </a:lnTo>
                <a:lnTo>
                  <a:pt x="740093" y="28575"/>
                </a:lnTo>
                <a:lnTo>
                  <a:pt x="740093" y="34290"/>
                </a:lnTo>
                <a:lnTo>
                  <a:pt x="748665" y="34290"/>
                </a:lnTo>
                <a:lnTo>
                  <a:pt x="748665" y="73342"/>
                </a:lnTo>
                <a:cubicBezTo>
                  <a:pt x="748665" y="82867"/>
                  <a:pt x="753428" y="86677"/>
                  <a:pt x="762000" y="86677"/>
                </a:cubicBezTo>
                <a:cubicBezTo>
                  <a:pt x="771525" y="86677"/>
                  <a:pt x="776288" y="81915"/>
                  <a:pt x="778193" y="72390"/>
                </a:cubicBezTo>
                <a:lnTo>
                  <a:pt x="773430" y="71438"/>
                </a:lnTo>
                <a:cubicBezTo>
                  <a:pt x="771525" y="78105"/>
                  <a:pt x="768668" y="80963"/>
                  <a:pt x="764857" y="80963"/>
                </a:cubicBezTo>
                <a:cubicBezTo>
                  <a:pt x="760095" y="80963"/>
                  <a:pt x="759143" y="78105"/>
                  <a:pt x="759143" y="72390"/>
                </a:cubicBezTo>
                <a:lnTo>
                  <a:pt x="759143" y="35242"/>
                </a:lnTo>
                <a:lnTo>
                  <a:pt x="785813" y="35242"/>
                </a:lnTo>
                <a:lnTo>
                  <a:pt x="785813" y="74295"/>
                </a:lnTo>
                <a:cubicBezTo>
                  <a:pt x="785813" y="83820"/>
                  <a:pt x="790575" y="87630"/>
                  <a:pt x="799147" y="87630"/>
                </a:cubicBezTo>
                <a:cubicBezTo>
                  <a:pt x="808672" y="86677"/>
                  <a:pt x="813435" y="81915"/>
                  <a:pt x="815340" y="72390"/>
                </a:cubicBezTo>
                <a:moveTo>
                  <a:pt x="858203" y="50483"/>
                </a:moveTo>
                <a:lnTo>
                  <a:pt x="833438" y="50483"/>
                </a:lnTo>
                <a:cubicBezTo>
                  <a:pt x="834390" y="40958"/>
                  <a:pt x="838200" y="32385"/>
                  <a:pt x="846772" y="32385"/>
                </a:cubicBezTo>
                <a:cubicBezTo>
                  <a:pt x="854393" y="32385"/>
                  <a:pt x="857250" y="38100"/>
                  <a:pt x="857250" y="48577"/>
                </a:cubicBezTo>
                <a:lnTo>
                  <a:pt x="857250" y="50483"/>
                </a:lnTo>
                <a:close/>
                <a:moveTo>
                  <a:pt x="868680" y="57150"/>
                </a:moveTo>
                <a:cubicBezTo>
                  <a:pt x="868680" y="55245"/>
                  <a:pt x="868680" y="54292"/>
                  <a:pt x="868680" y="52388"/>
                </a:cubicBezTo>
                <a:cubicBezTo>
                  <a:pt x="868680" y="35242"/>
                  <a:pt x="860107" y="27623"/>
                  <a:pt x="846772" y="27623"/>
                </a:cubicBezTo>
                <a:cubicBezTo>
                  <a:pt x="831532" y="27623"/>
                  <a:pt x="821055" y="39052"/>
                  <a:pt x="821055" y="58102"/>
                </a:cubicBezTo>
                <a:cubicBezTo>
                  <a:pt x="821055" y="75248"/>
                  <a:pt x="828675" y="86677"/>
                  <a:pt x="845820" y="86677"/>
                </a:cubicBezTo>
                <a:cubicBezTo>
                  <a:pt x="857250" y="86677"/>
                  <a:pt x="864870" y="80963"/>
                  <a:pt x="867728" y="71438"/>
                </a:cubicBezTo>
                <a:lnTo>
                  <a:pt x="862965" y="69533"/>
                </a:lnTo>
                <a:cubicBezTo>
                  <a:pt x="860107" y="76200"/>
                  <a:pt x="856297" y="79058"/>
                  <a:pt x="848678" y="79058"/>
                </a:cubicBezTo>
                <a:cubicBezTo>
                  <a:pt x="837247" y="79058"/>
                  <a:pt x="833438" y="70485"/>
                  <a:pt x="833438" y="56198"/>
                </a:cubicBezTo>
                <a:lnTo>
                  <a:pt x="868680" y="56198"/>
                </a:lnTo>
                <a:close/>
                <a:moveTo>
                  <a:pt x="920115" y="38100"/>
                </a:moveTo>
                <a:cubicBezTo>
                  <a:pt x="920115" y="31433"/>
                  <a:pt x="914400" y="27623"/>
                  <a:pt x="908685" y="27623"/>
                </a:cubicBezTo>
                <a:cubicBezTo>
                  <a:pt x="900113" y="27623"/>
                  <a:pt x="895350" y="32385"/>
                  <a:pt x="892493" y="38100"/>
                </a:cubicBezTo>
                <a:lnTo>
                  <a:pt x="891540" y="28575"/>
                </a:lnTo>
                <a:lnTo>
                  <a:pt x="875347" y="28575"/>
                </a:lnTo>
                <a:lnTo>
                  <a:pt x="875347" y="33338"/>
                </a:lnTo>
                <a:lnTo>
                  <a:pt x="882968" y="34290"/>
                </a:lnTo>
                <a:lnTo>
                  <a:pt x="882968" y="80963"/>
                </a:lnTo>
                <a:lnTo>
                  <a:pt x="875347" y="81915"/>
                </a:lnTo>
                <a:lnTo>
                  <a:pt x="875347" y="86677"/>
                </a:lnTo>
                <a:lnTo>
                  <a:pt x="905828" y="86677"/>
                </a:lnTo>
                <a:lnTo>
                  <a:pt x="905828" y="81915"/>
                </a:lnTo>
                <a:lnTo>
                  <a:pt x="893445" y="80963"/>
                </a:lnTo>
                <a:lnTo>
                  <a:pt x="893445" y="49530"/>
                </a:lnTo>
                <a:cubicBezTo>
                  <a:pt x="893445" y="42863"/>
                  <a:pt x="899160" y="35242"/>
                  <a:pt x="904875" y="35242"/>
                </a:cubicBezTo>
                <a:cubicBezTo>
                  <a:pt x="906780" y="35242"/>
                  <a:pt x="908685" y="36195"/>
                  <a:pt x="908685" y="38100"/>
                </a:cubicBezTo>
                <a:cubicBezTo>
                  <a:pt x="908685" y="38100"/>
                  <a:pt x="908685" y="39052"/>
                  <a:pt x="908685" y="39052"/>
                </a:cubicBezTo>
                <a:lnTo>
                  <a:pt x="904875" y="40958"/>
                </a:lnTo>
                <a:cubicBezTo>
                  <a:pt x="904875" y="45720"/>
                  <a:pt x="907732" y="48577"/>
                  <a:pt x="912495" y="48577"/>
                </a:cubicBezTo>
                <a:cubicBezTo>
                  <a:pt x="917257" y="46673"/>
                  <a:pt x="920115" y="43815"/>
                  <a:pt x="920115" y="38100"/>
                </a:cubicBezTo>
                <a:moveTo>
                  <a:pt x="1024890" y="33338"/>
                </a:moveTo>
                <a:lnTo>
                  <a:pt x="1030605" y="33338"/>
                </a:lnTo>
                <a:lnTo>
                  <a:pt x="1030605" y="28575"/>
                </a:lnTo>
                <a:lnTo>
                  <a:pt x="1010603" y="28575"/>
                </a:lnTo>
                <a:lnTo>
                  <a:pt x="1010603" y="33338"/>
                </a:lnTo>
                <a:lnTo>
                  <a:pt x="1018222" y="33338"/>
                </a:lnTo>
                <a:lnTo>
                  <a:pt x="1007745" y="74295"/>
                </a:lnTo>
                <a:lnTo>
                  <a:pt x="993457" y="33338"/>
                </a:lnTo>
                <a:lnTo>
                  <a:pt x="999172" y="33338"/>
                </a:lnTo>
                <a:lnTo>
                  <a:pt x="999172" y="28575"/>
                </a:lnTo>
                <a:lnTo>
                  <a:pt x="978218" y="28575"/>
                </a:lnTo>
                <a:lnTo>
                  <a:pt x="978218" y="33338"/>
                </a:lnTo>
                <a:lnTo>
                  <a:pt x="982980" y="33338"/>
                </a:lnTo>
                <a:lnTo>
                  <a:pt x="985838" y="42863"/>
                </a:lnTo>
                <a:lnTo>
                  <a:pt x="974407" y="74295"/>
                </a:lnTo>
                <a:lnTo>
                  <a:pt x="962025" y="33338"/>
                </a:lnTo>
                <a:lnTo>
                  <a:pt x="969645" y="33338"/>
                </a:lnTo>
                <a:lnTo>
                  <a:pt x="969645" y="28575"/>
                </a:lnTo>
                <a:lnTo>
                  <a:pt x="944880" y="28575"/>
                </a:lnTo>
                <a:lnTo>
                  <a:pt x="944880" y="33338"/>
                </a:lnTo>
                <a:lnTo>
                  <a:pt x="949643" y="33338"/>
                </a:lnTo>
                <a:lnTo>
                  <a:pt x="966788" y="85725"/>
                </a:lnTo>
                <a:lnTo>
                  <a:pt x="975360" y="85725"/>
                </a:lnTo>
                <a:lnTo>
                  <a:pt x="987743" y="52388"/>
                </a:lnTo>
                <a:lnTo>
                  <a:pt x="988695" y="52388"/>
                </a:lnTo>
                <a:lnTo>
                  <a:pt x="1001078" y="85725"/>
                </a:lnTo>
                <a:lnTo>
                  <a:pt x="1009650" y="85725"/>
                </a:lnTo>
                <a:lnTo>
                  <a:pt x="1024890" y="33338"/>
                </a:lnTo>
                <a:close/>
                <a:moveTo>
                  <a:pt x="1072515" y="57150"/>
                </a:moveTo>
                <a:cubicBezTo>
                  <a:pt x="1072515" y="69533"/>
                  <a:pt x="1069657" y="80963"/>
                  <a:pt x="1059180" y="80963"/>
                </a:cubicBezTo>
                <a:cubicBezTo>
                  <a:pt x="1047750" y="80963"/>
                  <a:pt x="1044893" y="68580"/>
                  <a:pt x="1044893" y="56198"/>
                </a:cubicBezTo>
                <a:cubicBezTo>
                  <a:pt x="1044893" y="43815"/>
                  <a:pt x="1047750" y="32385"/>
                  <a:pt x="1058228" y="32385"/>
                </a:cubicBezTo>
                <a:cubicBezTo>
                  <a:pt x="1070610" y="32385"/>
                  <a:pt x="1072515" y="44767"/>
                  <a:pt x="1072515" y="57150"/>
                </a:cubicBezTo>
                <a:moveTo>
                  <a:pt x="1084898" y="57150"/>
                </a:moveTo>
                <a:cubicBezTo>
                  <a:pt x="1084898" y="40005"/>
                  <a:pt x="1077278" y="27623"/>
                  <a:pt x="1059180" y="27623"/>
                </a:cubicBezTo>
                <a:cubicBezTo>
                  <a:pt x="1042988" y="27623"/>
                  <a:pt x="1033463" y="40005"/>
                  <a:pt x="1033463" y="58102"/>
                </a:cubicBezTo>
                <a:cubicBezTo>
                  <a:pt x="1033463" y="75248"/>
                  <a:pt x="1042035" y="87630"/>
                  <a:pt x="1059180" y="87630"/>
                </a:cubicBezTo>
                <a:cubicBezTo>
                  <a:pt x="1075373" y="86677"/>
                  <a:pt x="1084898" y="75248"/>
                  <a:pt x="1084898" y="57150"/>
                </a:cubicBezTo>
                <a:moveTo>
                  <a:pt x="1136332" y="38100"/>
                </a:moveTo>
                <a:cubicBezTo>
                  <a:pt x="1136332" y="31433"/>
                  <a:pt x="1130618" y="27623"/>
                  <a:pt x="1124903" y="27623"/>
                </a:cubicBezTo>
                <a:cubicBezTo>
                  <a:pt x="1116330" y="27623"/>
                  <a:pt x="1111568" y="32385"/>
                  <a:pt x="1108710" y="38100"/>
                </a:cubicBezTo>
                <a:lnTo>
                  <a:pt x="1107757" y="28575"/>
                </a:lnTo>
                <a:lnTo>
                  <a:pt x="1091565" y="28575"/>
                </a:lnTo>
                <a:lnTo>
                  <a:pt x="1091565" y="33338"/>
                </a:lnTo>
                <a:lnTo>
                  <a:pt x="1099185" y="34290"/>
                </a:lnTo>
                <a:lnTo>
                  <a:pt x="1099185" y="80963"/>
                </a:lnTo>
                <a:lnTo>
                  <a:pt x="1091565" y="81915"/>
                </a:lnTo>
                <a:lnTo>
                  <a:pt x="1091565" y="86677"/>
                </a:lnTo>
                <a:lnTo>
                  <a:pt x="1122045" y="86677"/>
                </a:lnTo>
                <a:lnTo>
                  <a:pt x="1122045" y="81915"/>
                </a:lnTo>
                <a:lnTo>
                  <a:pt x="1109663" y="80963"/>
                </a:lnTo>
                <a:lnTo>
                  <a:pt x="1109663" y="49530"/>
                </a:lnTo>
                <a:cubicBezTo>
                  <a:pt x="1109663" y="42863"/>
                  <a:pt x="1115378" y="35242"/>
                  <a:pt x="1121093" y="35242"/>
                </a:cubicBezTo>
                <a:cubicBezTo>
                  <a:pt x="1122998" y="35242"/>
                  <a:pt x="1124903" y="36195"/>
                  <a:pt x="1124903" y="38100"/>
                </a:cubicBezTo>
                <a:cubicBezTo>
                  <a:pt x="1124903" y="38100"/>
                  <a:pt x="1124903" y="39052"/>
                  <a:pt x="1124903" y="39052"/>
                </a:cubicBezTo>
                <a:lnTo>
                  <a:pt x="1121093" y="40958"/>
                </a:lnTo>
                <a:cubicBezTo>
                  <a:pt x="1121093" y="45720"/>
                  <a:pt x="1123950" y="48577"/>
                  <a:pt x="1128713" y="48577"/>
                </a:cubicBezTo>
                <a:cubicBezTo>
                  <a:pt x="1132523" y="46673"/>
                  <a:pt x="1136332" y="43815"/>
                  <a:pt x="1136332" y="38100"/>
                </a:cubicBezTo>
                <a:moveTo>
                  <a:pt x="1138238" y="85725"/>
                </a:moveTo>
                <a:lnTo>
                  <a:pt x="1164907" y="85725"/>
                </a:lnTo>
                <a:lnTo>
                  <a:pt x="1164907" y="80963"/>
                </a:lnTo>
                <a:lnTo>
                  <a:pt x="1156335" y="80010"/>
                </a:lnTo>
                <a:lnTo>
                  <a:pt x="1156335" y="0"/>
                </a:lnTo>
                <a:lnTo>
                  <a:pt x="1137285" y="0"/>
                </a:lnTo>
                <a:lnTo>
                  <a:pt x="1137285" y="4763"/>
                </a:lnTo>
                <a:lnTo>
                  <a:pt x="1144905" y="5715"/>
                </a:lnTo>
                <a:lnTo>
                  <a:pt x="1144905" y="80010"/>
                </a:lnTo>
                <a:lnTo>
                  <a:pt x="1137285" y="80963"/>
                </a:lnTo>
                <a:lnTo>
                  <a:pt x="1137285" y="85725"/>
                </a:lnTo>
                <a:close/>
                <a:moveTo>
                  <a:pt x="1209675" y="64770"/>
                </a:moveTo>
                <a:cubicBezTo>
                  <a:pt x="1209675" y="73342"/>
                  <a:pt x="1203007" y="79058"/>
                  <a:pt x="1195388" y="79058"/>
                </a:cubicBezTo>
                <a:cubicBezTo>
                  <a:pt x="1183957" y="79058"/>
                  <a:pt x="1182053" y="67627"/>
                  <a:pt x="1182053" y="56198"/>
                </a:cubicBezTo>
                <a:cubicBezTo>
                  <a:pt x="1182053" y="41910"/>
                  <a:pt x="1184910" y="32385"/>
                  <a:pt x="1196340" y="32385"/>
                </a:cubicBezTo>
                <a:cubicBezTo>
                  <a:pt x="1203007" y="32385"/>
                  <a:pt x="1209675" y="37148"/>
                  <a:pt x="1209675" y="45720"/>
                </a:cubicBezTo>
                <a:lnTo>
                  <a:pt x="1209675" y="64770"/>
                </a:lnTo>
                <a:close/>
                <a:moveTo>
                  <a:pt x="1227773" y="85725"/>
                </a:moveTo>
                <a:lnTo>
                  <a:pt x="1227773" y="80963"/>
                </a:lnTo>
                <a:lnTo>
                  <a:pt x="1220153" y="80010"/>
                </a:lnTo>
                <a:lnTo>
                  <a:pt x="1220153" y="0"/>
                </a:lnTo>
                <a:lnTo>
                  <a:pt x="1200150" y="0"/>
                </a:lnTo>
                <a:lnTo>
                  <a:pt x="1200150" y="4763"/>
                </a:lnTo>
                <a:lnTo>
                  <a:pt x="1208723" y="5715"/>
                </a:lnTo>
                <a:lnTo>
                  <a:pt x="1208723" y="33338"/>
                </a:lnTo>
                <a:cubicBezTo>
                  <a:pt x="1203960" y="28575"/>
                  <a:pt x="1199198" y="26670"/>
                  <a:pt x="1193482" y="26670"/>
                </a:cubicBezTo>
                <a:cubicBezTo>
                  <a:pt x="1179195" y="26670"/>
                  <a:pt x="1169670" y="38100"/>
                  <a:pt x="1169670" y="57150"/>
                </a:cubicBezTo>
                <a:cubicBezTo>
                  <a:pt x="1169670" y="74295"/>
                  <a:pt x="1176338" y="85725"/>
                  <a:pt x="1191578" y="85725"/>
                </a:cubicBezTo>
                <a:cubicBezTo>
                  <a:pt x="1201103" y="85725"/>
                  <a:pt x="1205865" y="80963"/>
                  <a:pt x="1209675" y="76200"/>
                </a:cubicBezTo>
                <a:lnTo>
                  <a:pt x="1210628" y="84773"/>
                </a:lnTo>
                <a:lnTo>
                  <a:pt x="1227773" y="8477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850926A-5BFF-2C41-942E-908948DC1A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893888"/>
            <a:ext cx="7669213" cy="1355725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6FFAC7E-1BCD-FC40-8981-09989BBB4D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3525" y="3608387"/>
            <a:ext cx="7669213" cy="2160587"/>
          </a:xfrm>
        </p:spPr>
        <p:txBody>
          <a:bodyPr anchor="t" anchorCtr="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1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Section description </a:t>
            </a:r>
          </a:p>
        </p:txBody>
      </p:sp>
    </p:spTree>
    <p:extLst>
      <p:ext uri="{BB962C8B-B14F-4D97-AF65-F5344CB8AC3E}">
        <p14:creationId xmlns:p14="http://schemas.microsoft.com/office/powerpoint/2010/main" val="28355174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1 Standard (No headin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0BE4B-D944-4D5E-80F0-70BD6E3133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441327"/>
            <a:ext cx="11664950" cy="5795961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b="0" i="0">
                <a:solidFill>
                  <a:schemeClr val="tx1"/>
                </a:solidFill>
              </a:defRPr>
            </a:lvl3pPr>
            <a:lvl4pPr>
              <a:defRPr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EC3561-D742-1140-9E18-E9665E6131DC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7B69F88D-C038-D14B-A9B2-C7097F3F6E98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C87F6670-C61B-5B45-BDEF-8692ACF9949E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91CD34D5-2C53-0445-B694-02630460009B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457136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2 Standard (No heading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0BE4B-D944-4D5E-80F0-70BD6E3133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441328"/>
            <a:ext cx="11664950" cy="5795960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  <a:lvl2pPr>
              <a:defRPr b="0" i="0">
                <a:solidFill>
                  <a:schemeClr val="bg1"/>
                </a:solidFill>
              </a:defRPr>
            </a:lvl2pPr>
            <a:lvl3pPr>
              <a:defRPr b="0" i="0">
                <a:solidFill>
                  <a:schemeClr val="bg1"/>
                </a:solidFill>
              </a:defRPr>
            </a:lvl3pPr>
            <a:lvl4pPr>
              <a:defRPr b="0" i="0">
                <a:solidFill>
                  <a:schemeClr val="bg1"/>
                </a:solidFill>
              </a:defRPr>
            </a:lvl4pPr>
            <a:lvl5pPr>
              <a:defRPr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EC3561-D742-1140-9E18-E9665E6131DC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7B69F88D-C038-D14B-A9B2-C7097F3F6E98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C87F6670-C61B-5B45-BDEF-8692ACF9949E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91CD34D5-2C53-0445-B694-02630460009B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016250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1 Standard (Heading only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7AB04A6-7031-4AEE-83BC-110DC80C2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1332"/>
            <a:ext cx="11661776" cy="647692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8591237-668C-8349-A5F6-D829ACF0B946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7864FEEA-36EF-B349-BF8A-AAAEEA44FCCD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D6A3BAED-ADB8-B54F-ACD5-13120D315855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D8178532-1D26-3840-8B25-7AC4BEA2F1AA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650205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2 Standard (Heading only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7AB04A6-7031-4AEE-83BC-110DC80C2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1326"/>
            <a:ext cx="11636376" cy="619121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bg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61E96F-B3B4-9C4F-A9B8-CB5D68B07E5C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DBD9FDEC-B213-7843-87AC-6093AFEA8E33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48CB81B5-D396-474A-99C8-71ECE82E332A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A1E07B2A-A72C-F146-8589-E2199F8EF157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830101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1 Standard (1x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5B8DB-908B-5345-9445-A0BD1EB4EDB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63525" y="1457854"/>
            <a:ext cx="11664950" cy="4779434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195A2A-1106-7F45-A3BB-0D3A2ED93CBE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9191B89D-66F9-9447-A147-7D12A9F5E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800"/>
            <a:ext cx="11661776" cy="646225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FD5E74C-2EF5-EC45-8183-8BA534B8D110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4B6E2FF8-4350-4047-8DED-0620671F25CD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3">
              <a:extLst>
                <a:ext uri="{FF2B5EF4-FFF2-40B4-BE49-F238E27FC236}">
                  <a16:creationId xmlns:a16="http://schemas.microsoft.com/office/drawing/2014/main" id="{DF863911-60F3-A740-BF4B-76AC1B0FD967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216582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1 Standard (1x1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5B8DB-908B-5345-9445-A0BD1EB4EDB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63525" y="1457854"/>
            <a:ext cx="11664950" cy="4779434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  <a:lvl2pPr>
              <a:defRPr b="0" i="0">
                <a:solidFill>
                  <a:schemeClr val="bg1"/>
                </a:solidFill>
              </a:defRPr>
            </a:lvl2pPr>
            <a:lvl3pPr>
              <a:defRPr b="0" i="0">
                <a:solidFill>
                  <a:schemeClr val="bg1"/>
                </a:solidFill>
              </a:defRPr>
            </a:lvl3pPr>
            <a:lvl4pPr>
              <a:defRPr b="0" i="0">
                <a:solidFill>
                  <a:schemeClr val="bg1"/>
                </a:solidFill>
              </a:defRPr>
            </a:lvl4pPr>
            <a:lvl5pPr>
              <a:defRPr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195A2A-1106-7F45-A3BB-0D3A2ED93CBE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9191B89D-66F9-9447-A147-7D12A9F5E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1326"/>
            <a:ext cx="11661776" cy="647698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bg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FD5E74C-2EF5-EC45-8183-8BA534B8D110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4B6E2FF8-4350-4047-8DED-0620671F25CD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3">
              <a:extLst>
                <a:ext uri="{FF2B5EF4-FFF2-40B4-BE49-F238E27FC236}">
                  <a16:creationId xmlns:a16="http://schemas.microsoft.com/office/drawing/2014/main" id="{DF863911-60F3-A740-BF4B-76AC1B0FD967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360576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1 Standard (2x1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63525" y="1449388"/>
            <a:ext cx="5653088" cy="4782077"/>
          </a:xfrm>
        </p:spPr>
        <p:txBody>
          <a:bodyPr/>
          <a:lstStyle>
            <a:lvl1pPr marL="269875" indent="-269875">
              <a:buFont typeface="System Font"/>
              <a:buChar char="–"/>
              <a:tabLst/>
              <a:defRPr sz="21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/>
            </a:lvl2pPr>
            <a:lvl3pPr>
              <a:defRPr sz="1600" b="0" i="0"/>
            </a:lvl3pPr>
            <a:lvl4pPr>
              <a:defRPr sz="1600" b="0" i="0"/>
            </a:lvl4pPr>
            <a:lvl5pPr>
              <a:defRPr sz="16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E643A9-AB22-43A3-AF55-EB96B2966A4F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54750" y="1468968"/>
            <a:ext cx="5673725" cy="4768319"/>
          </a:xfrm>
        </p:spPr>
        <p:txBody>
          <a:bodyPr/>
          <a:lstStyle>
            <a:lvl1pPr marL="269875" indent="-269875">
              <a:buFont typeface="System Font"/>
              <a:buChar char="–"/>
              <a:tabLst/>
              <a:defRPr sz="2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tx1"/>
                </a:solidFill>
              </a:defRPr>
            </a:lvl2pPr>
            <a:lvl3pPr>
              <a:defRPr sz="1600" b="0" i="0">
                <a:solidFill>
                  <a:schemeClr val="tx1"/>
                </a:solidFill>
              </a:defRPr>
            </a:lvl3pPr>
            <a:lvl4pPr>
              <a:defRPr sz="1600" b="0" i="0">
                <a:solidFill>
                  <a:schemeClr val="tx1"/>
                </a:solidFill>
              </a:defRPr>
            </a:lvl4pPr>
            <a:lvl5pPr>
              <a:defRPr sz="1600" b="0" i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DB0975-F48A-CA4B-900B-DC5CC3E60FA0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3C65E603-0712-B446-A4A9-4C5136DD0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800"/>
            <a:ext cx="11661776" cy="627308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E2DB8F1-204E-0D40-9798-CD0D92292129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0E979A7-0282-5C45-BE81-4AC1FA612B09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1858C7E-BC01-5745-A1F3-A734CBFEA1B6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696216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2 Standard (2x1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63525" y="1449388"/>
            <a:ext cx="5653088" cy="4782077"/>
          </a:xfrm>
        </p:spPr>
        <p:txBody>
          <a:bodyPr/>
          <a:lstStyle>
            <a:lvl1pPr marL="269875" indent="-269875">
              <a:buFont typeface="System Font"/>
              <a:buChar char="–"/>
              <a:tabLst/>
              <a:defRPr sz="21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E643A9-AB22-43A3-AF55-EB96B2966A4F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54750" y="1468968"/>
            <a:ext cx="5673725" cy="4768319"/>
          </a:xfrm>
        </p:spPr>
        <p:txBody>
          <a:bodyPr/>
          <a:lstStyle>
            <a:lvl1pPr marL="269875" indent="-269875">
              <a:buFont typeface="System Font"/>
              <a:buChar char="–"/>
              <a:tabLst/>
              <a:defRPr sz="21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DB0975-F48A-CA4B-900B-DC5CC3E60FA0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3C65E603-0712-B446-A4A9-4C5136DD0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800"/>
            <a:ext cx="11661776" cy="646225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bg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E2DB8F1-204E-0D40-9798-CD0D92292129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0E979A7-0282-5C45-BE81-4AC1FA612B09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1858C7E-BC01-5745-A1F3-A734CBFEA1B6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57021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1 Standard (3x1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73685" y="1449383"/>
            <a:ext cx="3636963" cy="4787905"/>
          </a:xfrm>
        </p:spPr>
        <p:txBody>
          <a:bodyPr/>
          <a:lstStyle>
            <a:lvl1pPr marL="0" indent="0">
              <a:buFont typeface="System Font"/>
              <a:buNone/>
              <a:tabLst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73050" indent="-273050">
              <a:tabLst/>
              <a:defRPr sz="1600" b="0" i="0"/>
            </a:lvl2pPr>
            <a:lvl3pPr marL="538163" indent="-265113">
              <a:tabLst/>
              <a:defRPr sz="1600" b="0" i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08447B-7EA7-4E4E-87A8-2F30E16C61DE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881F7B9-4F04-D646-B586-BDACAB966C1F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58469" y="1449383"/>
            <a:ext cx="3674269" cy="4787905"/>
          </a:xfrm>
        </p:spPr>
        <p:txBody>
          <a:bodyPr/>
          <a:lstStyle>
            <a:lvl1pPr marL="0" indent="0">
              <a:buFont typeface="System Font"/>
              <a:buNone/>
              <a:tabLst/>
              <a:defRPr sz="16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73050" indent="-273050">
              <a:tabLst/>
              <a:defRPr sz="1600" b="0" i="0">
                <a:solidFill>
                  <a:schemeClr val="tx1"/>
                </a:solidFill>
              </a:defRPr>
            </a:lvl2pPr>
            <a:lvl3pPr marL="538163" indent="-265113">
              <a:tabLst/>
              <a:defRPr sz="1600" b="0" i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95C6E5A-81D8-CC40-AB7F-D6D94788F812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300086" y="1449383"/>
            <a:ext cx="3636963" cy="4787905"/>
          </a:xfrm>
        </p:spPr>
        <p:txBody>
          <a:bodyPr/>
          <a:lstStyle>
            <a:lvl1pPr marL="0" indent="0">
              <a:buFont typeface="System Font"/>
              <a:buNone/>
              <a:tabLst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73050" indent="-273050">
              <a:tabLst/>
              <a:defRPr sz="1600" b="0" i="0"/>
            </a:lvl2pPr>
            <a:lvl3pPr marL="538163" indent="-265113">
              <a:tabLst/>
              <a:defRPr sz="1600" b="0" i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42548E9-9CB2-CB47-8ADA-FFCB6AC20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1326"/>
            <a:ext cx="11661776" cy="647698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B1DE30E-E4DB-254B-9FC5-1D3E9C13D650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0" name="Freeform: Shape 12">
              <a:extLst>
                <a:ext uri="{FF2B5EF4-FFF2-40B4-BE49-F238E27FC236}">
                  <a16:creationId xmlns:a16="http://schemas.microsoft.com/office/drawing/2014/main" id="{01D68A93-2A87-E047-A5B4-20B33CDE80FD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3">
              <a:extLst>
                <a:ext uri="{FF2B5EF4-FFF2-40B4-BE49-F238E27FC236}">
                  <a16:creationId xmlns:a16="http://schemas.microsoft.com/office/drawing/2014/main" id="{2EEC18A5-BDDB-614D-9D90-CDCA271F54B0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59620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2 Standard (3x1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73685" y="1449383"/>
            <a:ext cx="3636963" cy="4787905"/>
          </a:xfrm>
        </p:spPr>
        <p:txBody>
          <a:bodyPr/>
          <a:lstStyle>
            <a:lvl1pPr marL="0" indent="0">
              <a:buFont typeface="System Fon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73050" indent="-273050">
              <a:tabLst/>
              <a:defRPr sz="1600" b="0" i="0">
                <a:solidFill>
                  <a:schemeClr val="bg1"/>
                </a:solidFill>
              </a:defRPr>
            </a:lvl2pPr>
            <a:lvl3pPr marL="538163" indent="-265113">
              <a:tabLst/>
              <a:defRPr sz="1600" b="0" i="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08447B-7EA7-4E4E-87A8-2F30E16C61DE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881F7B9-4F04-D646-B586-BDACAB966C1F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58469" y="1449383"/>
            <a:ext cx="3674269" cy="4787905"/>
          </a:xfrm>
        </p:spPr>
        <p:txBody>
          <a:bodyPr/>
          <a:lstStyle>
            <a:lvl1pPr marL="0" indent="0">
              <a:buFont typeface="System Fon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73050" indent="-273050">
              <a:tabLst/>
              <a:defRPr sz="1600" b="0" i="0">
                <a:solidFill>
                  <a:schemeClr val="bg1"/>
                </a:solidFill>
              </a:defRPr>
            </a:lvl2pPr>
            <a:lvl3pPr marL="538163" indent="-265113">
              <a:tabLst/>
              <a:defRPr sz="1600" b="0" i="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95C6E5A-81D8-CC40-AB7F-D6D94788F812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300086" y="1449383"/>
            <a:ext cx="3636963" cy="4787905"/>
          </a:xfrm>
        </p:spPr>
        <p:txBody>
          <a:bodyPr/>
          <a:lstStyle>
            <a:lvl1pPr marL="0" indent="0">
              <a:buFont typeface="System Fon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73050" indent="-273050">
              <a:tabLst/>
              <a:defRPr sz="1600" b="0" i="0">
                <a:solidFill>
                  <a:schemeClr val="bg1"/>
                </a:solidFill>
              </a:defRPr>
            </a:lvl2pPr>
            <a:lvl3pPr marL="538163" indent="-265113">
              <a:tabLst/>
              <a:defRPr sz="1600" b="0" i="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42548E9-9CB2-CB47-8ADA-FFCB6AC20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800"/>
            <a:ext cx="11661776" cy="646224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bg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B1DE30E-E4DB-254B-9FC5-1D3E9C13D650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0" name="Freeform: Shape 12">
              <a:extLst>
                <a:ext uri="{FF2B5EF4-FFF2-40B4-BE49-F238E27FC236}">
                  <a16:creationId xmlns:a16="http://schemas.microsoft.com/office/drawing/2014/main" id="{01D68A93-2A87-E047-A5B4-20B33CDE80FD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3">
              <a:extLst>
                <a:ext uri="{FF2B5EF4-FFF2-40B4-BE49-F238E27FC236}">
                  <a16:creationId xmlns:a16="http://schemas.microsoft.com/office/drawing/2014/main" id="{2EEC18A5-BDDB-614D-9D90-CDCA271F54B0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68672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1 Standard (4x1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77177" y="1449388"/>
            <a:ext cx="2640013" cy="4787900"/>
          </a:xfrm>
        </p:spPr>
        <p:txBody>
          <a:bodyPr/>
          <a:lstStyle>
            <a:lvl1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/>
            </a:lvl2pPr>
            <a:lvl3pPr>
              <a:defRPr sz="1600" b="0" i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D507689-3D81-7D40-A2C1-78D03B64207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3287714" y="1449388"/>
            <a:ext cx="2628900" cy="4787900"/>
          </a:xfrm>
        </p:spPr>
        <p:txBody>
          <a:bodyPr/>
          <a:lstStyle>
            <a:lvl1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/>
            </a:lvl2pPr>
            <a:lvl3pPr>
              <a:defRPr sz="1600" b="0" i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34E33E8-40E7-CE49-B026-BAE778264000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54750" y="1449388"/>
            <a:ext cx="2640013" cy="4787900"/>
          </a:xfrm>
        </p:spPr>
        <p:txBody>
          <a:bodyPr/>
          <a:lstStyle>
            <a:lvl1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/>
            </a:lvl2pPr>
            <a:lvl3pPr>
              <a:defRPr sz="1600" b="0" i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F2C00E1-F3ED-AB4F-94F7-8C684B7BCAEC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259887" y="1449388"/>
            <a:ext cx="2668588" cy="4787900"/>
          </a:xfrm>
        </p:spPr>
        <p:txBody>
          <a:bodyPr/>
          <a:lstStyle>
            <a:lvl1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/>
            </a:lvl2pPr>
            <a:lvl3pPr>
              <a:defRPr sz="1600" b="0" i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770EE51-4CE3-4FD3-85C5-0F2EA9F32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800"/>
            <a:ext cx="11664950" cy="646219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5133CE-F8A7-CE4A-8F0F-A11DE3762E49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65D86C1-2704-894B-AA8E-1E150FEC2175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4" name="Freeform: Shape 12">
              <a:extLst>
                <a:ext uri="{FF2B5EF4-FFF2-40B4-BE49-F238E27FC236}">
                  <a16:creationId xmlns:a16="http://schemas.microsoft.com/office/drawing/2014/main" id="{D91ABF25-FCBD-434D-B321-233953B7F215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3">
              <a:extLst>
                <a:ext uri="{FF2B5EF4-FFF2-40B4-BE49-F238E27FC236}">
                  <a16:creationId xmlns:a16="http://schemas.microsoft.com/office/drawing/2014/main" id="{9DE3594E-8081-C642-9399-3FAA8825FFB1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490815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2 Standard (4x1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77177" y="1449388"/>
            <a:ext cx="2640013" cy="47879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D507689-3D81-7D40-A2C1-78D03B64207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3287714" y="1449388"/>
            <a:ext cx="2628900" cy="47879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34E33E8-40E7-CE49-B026-BAE778264000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54750" y="1449388"/>
            <a:ext cx="2640013" cy="47879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F2C00E1-F3ED-AB4F-94F7-8C684B7BCAEC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259887" y="1449388"/>
            <a:ext cx="2668588" cy="47879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770EE51-4CE3-4FD3-85C5-0F2EA9F32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800"/>
            <a:ext cx="11664950" cy="627311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bg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5133CE-F8A7-CE4A-8F0F-A11DE3762E49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17993AC-1E24-6948-AD3A-84DAD9917C68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7" name="Freeform: Shape 12">
              <a:extLst>
                <a:ext uri="{FF2B5EF4-FFF2-40B4-BE49-F238E27FC236}">
                  <a16:creationId xmlns:a16="http://schemas.microsoft.com/office/drawing/2014/main" id="{4856B433-2D4F-2D4B-84BB-3DE173983907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3">
              <a:extLst>
                <a:ext uri="{FF2B5EF4-FFF2-40B4-BE49-F238E27FC236}">
                  <a16:creationId xmlns:a16="http://schemas.microsoft.com/office/drawing/2014/main" id="{BFDF25C7-5CD0-FF4A-98E3-F5BBE84CE730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564194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1 Standard (5x1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70404" y="1456268"/>
            <a:ext cx="2083329" cy="4787898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F339C6A-15DB-44F8-92FF-62FE64A6C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800"/>
            <a:ext cx="11664950" cy="646223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5C2DAFC-CA25-994C-BAE4-076D1C89208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664089" y="1456268"/>
            <a:ext cx="2083329" cy="4787898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740F8FA-6089-4844-93CB-4F895C822B46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057774" y="1456268"/>
            <a:ext cx="2083329" cy="4787898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612BE59-4AF5-B24F-963B-449D3B73A4BB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7451459" y="1456268"/>
            <a:ext cx="2083329" cy="4787898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9FF9FFA-94BB-054F-A27E-28BA1B4F99C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845146" y="1456268"/>
            <a:ext cx="2083329" cy="4787898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4AE55DC-91D4-6146-BD4E-FA3E8A43BC5E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9E88783-0660-244D-8F64-5C824FE59344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9" name="Freeform: Shape 12">
              <a:extLst>
                <a:ext uri="{FF2B5EF4-FFF2-40B4-BE49-F238E27FC236}">
                  <a16:creationId xmlns:a16="http://schemas.microsoft.com/office/drawing/2014/main" id="{AB37709C-F95C-2C49-8331-373A6544F73E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3">
              <a:extLst>
                <a:ext uri="{FF2B5EF4-FFF2-40B4-BE49-F238E27FC236}">
                  <a16:creationId xmlns:a16="http://schemas.microsoft.com/office/drawing/2014/main" id="{5A6F4EA5-0597-264E-A886-EC151A7FCAC4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99441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2 Standard (5x1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70404" y="1456268"/>
            <a:ext cx="2083329" cy="4787898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F339C6A-15DB-44F8-92FF-62FE64A6C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800"/>
            <a:ext cx="11664950" cy="634189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bg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5C2DAFC-CA25-994C-BAE4-076D1C89208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664089" y="1456268"/>
            <a:ext cx="2083329" cy="4787898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740F8FA-6089-4844-93CB-4F895C822B46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057774" y="1456268"/>
            <a:ext cx="2083329" cy="4787898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612BE59-4AF5-B24F-963B-449D3B73A4BB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7451459" y="1456268"/>
            <a:ext cx="2083329" cy="4787898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9FF9FFA-94BB-054F-A27E-28BA1B4F99C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845146" y="1456268"/>
            <a:ext cx="2083329" cy="4787898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4AE55DC-91D4-6146-BD4E-FA3E8A43BC5E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7850182-DB38-F24F-A87B-1F38DCDB707B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E41A93F7-9BB4-8044-8798-68764B4304B9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13">
              <a:extLst>
                <a:ext uri="{FF2B5EF4-FFF2-40B4-BE49-F238E27FC236}">
                  <a16:creationId xmlns:a16="http://schemas.microsoft.com/office/drawing/2014/main" id="{44A97A57-A51F-8045-B87B-E5E6717FCBA3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62158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1 Standard (2x2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73686" y="1459548"/>
            <a:ext cx="5653088" cy="2148840"/>
          </a:xfrm>
        </p:spPr>
        <p:txBody>
          <a:bodyPr/>
          <a:lstStyle>
            <a:lvl1pPr marL="0" indent="0">
              <a:buFont typeface="System Font"/>
              <a:buNone/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 b="0" i="0"/>
            </a:lvl4pPr>
            <a:lvl5pPr>
              <a:defRPr sz="16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88D1D94-5B31-44F0-9D86-DD4AB7297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1325"/>
            <a:ext cx="11639549" cy="647701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49286C-A4C0-4449-B3C0-58B73800C882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73685" y="4062942"/>
            <a:ext cx="5653088" cy="2159000"/>
          </a:xfrm>
        </p:spPr>
        <p:txBody>
          <a:bodyPr/>
          <a:lstStyle>
            <a:lvl1pPr marL="0" indent="0">
              <a:buFont typeface="System Font"/>
              <a:buNone/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 b="0" i="0"/>
            </a:lvl4pPr>
            <a:lvl5pPr>
              <a:defRPr sz="16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9C55FCF-4DD7-1247-8949-1F16AE3408F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263746" y="1459548"/>
            <a:ext cx="5653088" cy="2148840"/>
          </a:xfrm>
        </p:spPr>
        <p:txBody>
          <a:bodyPr/>
          <a:lstStyle>
            <a:lvl1pPr marL="0" indent="0">
              <a:buFont typeface="System Font"/>
              <a:buNone/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 b="0" i="0"/>
            </a:lvl4pPr>
            <a:lvl5pPr>
              <a:defRPr sz="16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ACE1490-FD72-AB43-86C9-05113649F9BC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263745" y="4062942"/>
            <a:ext cx="5653088" cy="2159000"/>
          </a:xfrm>
        </p:spPr>
        <p:txBody>
          <a:bodyPr/>
          <a:lstStyle>
            <a:lvl1pPr marL="0" indent="0">
              <a:buFont typeface="System Font"/>
              <a:buNone/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 b="0" i="0"/>
            </a:lvl4pPr>
            <a:lvl5pPr>
              <a:defRPr sz="16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EB007A-7DF9-394D-AAF0-0C8C635C98F6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79AF27-AE3B-0C4C-B3D0-60E5F4281CB9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1ADFF679-46A5-D94E-B553-22ACAE526FA5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3">
              <a:extLst>
                <a:ext uri="{FF2B5EF4-FFF2-40B4-BE49-F238E27FC236}">
                  <a16:creationId xmlns:a16="http://schemas.microsoft.com/office/drawing/2014/main" id="{CD1DC415-2060-9648-B922-58FD56148101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86860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2 Standard (2x2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73686" y="1459548"/>
            <a:ext cx="5653088" cy="2148840"/>
          </a:xfrm>
        </p:spPr>
        <p:txBody>
          <a:bodyPr/>
          <a:lstStyle>
            <a:lvl1pPr marL="0" indent="0">
              <a:buFont typeface="System Font"/>
              <a:buNone/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88D1D94-5B31-44F0-9D86-DD4AB7297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799"/>
            <a:ext cx="11639549" cy="646221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bg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49286C-A4C0-4449-B3C0-58B73800C882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73685" y="4062942"/>
            <a:ext cx="5653088" cy="2159000"/>
          </a:xfrm>
        </p:spPr>
        <p:txBody>
          <a:bodyPr/>
          <a:lstStyle>
            <a:lvl1pPr marL="0" indent="0">
              <a:buFont typeface="System Font"/>
              <a:buNone/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9C55FCF-4DD7-1247-8949-1F16AE3408F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263746" y="1459548"/>
            <a:ext cx="5653088" cy="2148840"/>
          </a:xfrm>
        </p:spPr>
        <p:txBody>
          <a:bodyPr/>
          <a:lstStyle>
            <a:lvl1pPr marL="0" indent="0">
              <a:buFont typeface="System Font"/>
              <a:buNone/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ACE1490-FD72-AB43-86C9-05113649F9BC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263745" y="4062942"/>
            <a:ext cx="5653088" cy="2159000"/>
          </a:xfrm>
        </p:spPr>
        <p:txBody>
          <a:bodyPr/>
          <a:lstStyle>
            <a:lvl1pPr marL="0" indent="0">
              <a:buFont typeface="System Font"/>
              <a:buNone/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EB007A-7DF9-394D-AAF0-0C8C635C98F6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449E63E-3D89-2F48-ABFE-94D22D895950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0" name="Freeform: Shape 12">
              <a:extLst>
                <a:ext uri="{FF2B5EF4-FFF2-40B4-BE49-F238E27FC236}">
                  <a16:creationId xmlns:a16="http://schemas.microsoft.com/office/drawing/2014/main" id="{4DEAA572-0A33-6A4F-8E6F-ACBFE8D6AFF3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3">
              <a:extLst>
                <a:ext uri="{FF2B5EF4-FFF2-40B4-BE49-F238E27FC236}">
                  <a16:creationId xmlns:a16="http://schemas.microsoft.com/office/drawing/2014/main" id="{8D40270E-04E2-3946-BF93-FD6C34F2E9D7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999584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1 Standard (3x2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63525" y="1449386"/>
            <a:ext cx="3636963" cy="2159001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 b="0" i="0"/>
            </a:lvl4pPr>
            <a:lvl5pPr>
              <a:defRPr sz="16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7FFB562-8DD7-4966-BD8C-3F7B3C5D5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1326"/>
            <a:ext cx="11664950" cy="647700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BB7BEA5-771B-8B4E-897D-1C4459F65E0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59263" y="1449386"/>
            <a:ext cx="3673475" cy="2159001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 b="0" i="0"/>
            </a:lvl4pPr>
            <a:lvl5pPr>
              <a:defRPr sz="16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9B0FF75-51DA-2B49-B8F7-63E582084AF9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291514" y="1449386"/>
            <a:ext cx="3636963" cy="2159001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 b="0" i="0"/>
            </a:lvl4pPr>
            <a:lvl5pPr>
              <a:defRPr sz="16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5D5C163-8571-9D4D-BC9C-AF6F91D2CA5B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63525" y="4078287"/>
            <a:ext cx="3636961" cy="2159001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 b="0" i="0"/>
            </a:lvl4pPr>
            <a:lvl5pPr>
              <a:defRPr sz="16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68AC547-9C0B-4143-A22E-19CEED94CFF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259261" y="4078287"/>
            <a:ext cx="3673477" cy="2159001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 b="0" i="0"/>
            </a:lvl4pPr>
            <a:lvl5pPr>
              <a:defRPr sz="16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44E26C8-4A42-A149-9B11-7AE371C11FCD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8291512" y="4078287"/>
            <a:ext cx="3636963" cy="2159001"/>
          </a:xfrm>
        </p:spPr>
        <p:txBody>
          <a:bodyPr/>
          <a:lstStyle>
            <a:lvl1pPr>
              <a:defRPr sz="1600" b="0" i="0"/>
            </a:lvl1pPr>
            <a:lvl2pPr>
              <a:defRPr sz="1600" b="0" i="0"/>
            </a:lvl2pPr>
            <a:lvl3pPr>
              <a:defRPr sz="1600" b="0" i="0"/>
            </a:lvl3pPr>
            <a:lvl4pPr>
              <a:defRPr sz="1600" b="0" i="0"/>
            </a:lvl4pPr>
            <a:lvl5pPr>
              <a:defRPr sz="16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6D0C098-B5F5-C642-A34D-9E09A832EAAD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CE882C7-3D9C-F04E-95E3-93DBB355535E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2693C771-CF10-1F4B-947A-4D491C783450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A33375BB-4CD5-7840-AA7D-6B72CBBD8BC5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069796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2 Standard (3x2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63525" y="1449386"/>
            <a:ext cx="3636963" cy="2159001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7FFB562-8DD7-4966-BD8C-3F7B3C5D5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1326"/>
            <a:ext cx="11664950" cy="647700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bg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BB7BEA5-771B-8B4E-897D-1C4459F65E01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59263" y="1449386"/>
            <a:ext cx="3673475" cy="2159001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9B0FF75-51DA-2B49-B8F7-63E582084AF9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291514" y="1449386"/>
            <a:ext cx="3636963" cy="2159001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5D5C163-8571-9D4D-BC9C-AF6F91D2CA5B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63525" y="4078287"/>
            <a:ext cx="3636961" cy="2159001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68AC547-9C0B-4143-A22E-19CEED94CFF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259261" y="4078287"/>
            <a:ext cx="3673477" cy="2159001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44E26C8-4A42-A149-9B11-7AE371C11FCD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8291512" y="4078287"/>
            <a:ext cx="3636963" cy="2159001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>
              <a:defRPr sz="1600" b="0" i="0">
                <a:solidFill>
                  <a:schemeClr val="bg1"/>
                </a:solidFill>
              </a:defRPr>
            </a:lvl2pPr>
            <a:lvl3pPr>
              <a:defRPr sz="1600" b="0" i="0">
                <a:solidFill>
                  <a:schemeClr val="bg1"/>
                </a:solidFill>
              </a:defRPr>
            </a:lvl3pPr>
            <a:lvl4pPr>
              <a:defRPr sz="1600" b="0" i="0">
                <a:solidFill>
                  <a:schemeClr val="bg1"/>
                </a:solidFill>
              </a:defRPr>
            </a:lvl4pPr>
            <a:lvl5pPr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6D0C098-B5F5-C642-A34D-9E09A832EAAD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683127-9840-3E41-8457-8990CA313A3E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1" name="Freeform: Shape 12">
              <a:extLst>
                <a:ext uri="{FF2B5EF4-FFF2-40B4-BE49-F238E27FC236}">
                  <a16:creationId xmlns:a16="http://schemas.microsoft.com/office/drawing/2014/main" id="{BF8CFB3C-BF19-EB4F-9A4D-488F91CFDEBA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13">
              <a:extLst>
                <a:ext uri="{FF2B5EF4-FFF2-40B4-BE49-F238E27FC236}">
                  <a16:creationId xmlns:a16="http://schemas.microsoft.com/office/drawing/2014/main" id="{88DE0A24-5CDD-364A-BBA3-7415F58B2BB1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741027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1 Standard (4x2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63525" y="1449388"/>
            <a:ext cx="2663825" cy="2159000"/>
          </a:xfrm>
        </p:spPr>
        <p:txBody>
          <a:bodyPr/>
          <a:lstStyle>
            <a:lvl1pPr>
              <a:defRPr sz="1600" b="0" i="0"/>
            </a:lvl1pPr>
            <a:lvl2pPr marL="185738" indent="-177800">
              <a:tabLst/>
              <a:defRPr sz="1600" b="0" i="0"/>
            </a:lvl2pPr>
            <a:lvl3pPr marL="363538" indent="-177800">
              <a:tabLst/>
              <a:defRPr sz="1600" b="0" i="0"/>
            </a:lvl3pPr>
            <a:lvl4pPr marL="541338" indent="-177800">
              <a:tabLst/>
              <a:defRPr sz="1600" b="0" i="0"/>
            </a:lvl4pPr>
            <a:lvl5pPr marL="719138" indent="-177800">
              <a:tabLst/>
              <a:defRPr sz="16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6431373-5089-4611-B962-4B97DA0F0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4" y="441326"/>
            <a:ext cx="11664951" cy="647700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662D3D-F323-A745-88C9-B16E0A8401B9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63524" y="4078284"/>
            <a:ext cx="2663825" cy="2159000"/>
          </a:xfrm>
        </p:spPr>
        <p:txBody>
          <a:bodyPr/>
          <a:lstStyle>
            <a:lvl1pPr>
              <a:defRPr sz="1600" b="0" i="0"/>
            </a:lvl1pPr>
            <a:lvl2pPr marL="185738" indent="-177800">
              <a:tabLst/>
              <a:defRPr sz="1600" b="0" i="0"/>
            </a:lvl2pPr>
            <a:lvl3pPr marL="363538" indent="-177800">
              <a:tabLst/>
              <a:defRPr sz="1600" b="0" i="0"/>
            </a:lvl3pPr>
            <a:lvl4pPr marL="541338" indent="-177800">
              <a:tabLst/>
              <a:defRPr sz="1600" b="0" i="0"/>
            </a:lvl4pPr>
            <a:lvl5pPr marL="719138" indent="-177800">
              <a:tabLst/>
              <a:defRPr sz="16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86BAB43-02CA-D546-863F-9D69B8EB323F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287715" y="1449392"/>
            <a:ext cx="2649536" cy="2159000"/>
          </a:xfrm>
        </p:spPr>
        <p:txBody>
          <a:bodyPr/>
          <a:lstStyle>
            <a:lvl1pPr>
              <a:defRPr sz="1600" b="0" i="0"/>
            </a:lvl1pPr>
            <a:lvl2pPr marL="185738" indent="-177800">
              <a:tabLst/>
              <a:defRPr sz="1600" b="0" i="0"/>
            </a:lvl2pPr>
            <a:lvl3pPr marL="363538" indent="-177800">
              <a:tabLst/>
              <a:defRPr sz="1600" b="0" i="0"/>
            </a:lvl3pPr>
            <a:lvl4pPr marL="541338" indent="-177800">
              <a:tabLst/>
              <a:defRPr sz="1600" b="0" i="0"/>
            </a:lvl4pPr>
            <a:lvl5pPr marL="719138" indent="-177800">
              <a:tabLst/>
              <a:defRPr sz="16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7FB5B96-4A03-014D-AD73-516DA1A3ADAE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3287714" y="4078288"/>
            <a:ext cx="2628900" cy="2159000"/>
          </a:xfrm>
        </p:spPr>
        <p:txBody>
          <a:bodyPr/>
          <a:lstStyle>
            <a:lvl1pPr>
              <a:defRPr sz="1600" b="0" i="0"/>
            </a:lvl1pPr>
            <a:lvl2pPr marL="185738" indent="-177800">
              <a:tabLst/>
              <a:defRPr sz="1600" b="0" i="0"/>
            </a:lvl2pPr>
            <a:lvl3pPr marL="363538" indent="-177800">
              <a:tabLst/>
              <a:defRPr sz="1600" b="0" i="0"/>
            </a:lvl3pPr>
            <a:lvl4pPr marL="541338" indent="-177800">
              <a:tabLst/>
              <a:defRPr sz="1600" b="0" i="0"/>
            </a:lvl4pPr>
            <a:lvl5pPr marL="719138" indent="-177800">
              <a:tabLst/>
              <a:defRPr sz="16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AB3ED5D-4C41-354D-ADA4-6DC9CED4F36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54752" y="1449392"/>
            <a:ext cx="2649536" cy="2159000"/>
          </a:xfrm>
        </p:spPr>
        <p:txBody>
          <a:bodyPr/>
          <a:lstStyle>
            <a:lvl1pPr>
              <a:defRPr sz="1600" b="0" i="0"/>
            </a:lvl1pPr>
            <a:lvl2pPr marL="185738" indent="-177800">
              <a:tabLst/>
              <a:defRPr sz="1600" b="0" i="0"/>
            </a:lvl2pPr>
            <a:lvl3pPr marL="363538" indent="-177800">
              <a:tabLst/>
              <a:defRPr sz="1600" b="0" i="0"/>
            </a:lvl3pPr>
            <a:lvl4pPr marL="541338" indent="-177800">
              <a:tabLst/>
              <a:defRPr sz="1600" b="0" i="0"/>
            </a:lvl4pPr>
            <a:lvl5pPr marL="719138" indent="-177800">
              <a:tabLst/>
              <a:defRPr sz="16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F05F39C-30AB-584A-BD0E-3BD8D0919BBD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254750" y="4078288"/>
            <a:ext cx="2649537" cy="2159000"/>
          </a:xfrm>
        </p:spPr>
        <p:txBody>
          <a:bodyPr/>
          <a:lstStyle>
            <a:lvl1pPr>
              <a:defRPr sz="1600" b="0" i="0"/>
            </a:lvl1pPr>
            <a:lvl2pPr marL="185738" indent="-177800">
              <a:tabLst/>
              <a:defRPr sz="1600" b="0" i="0"/>
            </a:lvl2pPr>
            <a:lvl3pPr marL="363538" indent="-177800">
              <a:tabLst/>
              <a:defRPr sz="1600" b="0" i="0"/>
            </a:lvl3pPr>
            <a:lvl4pPr marL="541338" indent="-177800">
              <a:tabLst/>
              <a:defRPr sz="1600" b="0" i="0"/>
            </a:lvl4pPr>
            <a:lvl5pPr marL="719138" indent="-177800">
              <a:tabLst/>
              <a:defRPr sz="16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EC083C0-47CE-1E4C-98D7-D9A751D465D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264651" y="1449392"/>
            <a:ext cx="2663825" cy="2159000"/>
          </a:xfrm>
        </p:spPr>
        <p:txBody>
          <a:bodyPr/>
          <a:lstStyle>
            <a:lvl1pPr>
              <a:defRPr sz="1600" b="0" i="0"/>
            </a:lvl1pPr>
            <a:lvl2pPr marL="185738" indent="-177800">
              <a:tabLst/>
              <a:defRPr sz="1600" b="0" i="0"/>
            </a:lvl2pPr>
            <a:lvl3pPr marL="363538" indent="-177800">
              <a:tabLst/>
              <a:defRPr sz="1600" b="0" i="0"/>
            </a:lvl3pPr>
            <a:lvl4pPr marL="541338" indent="-177800">
              <a:tabLst/>
              <a:defRPr sz="1600" b="0" i="0"/>
            </a:lvl4pPr>
            <a:lvl5pPr marL="719138" indent="-177800">
              <a:tabLst/>
              <a:defRPr sz="16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B8794ADB-143A-1F46-8EFF-F0954C8A8577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264650" y="4078288"/>
            <a:ext cx="2663825" cy="2159000"/>
          </a:xfrm>
        </p:spPr>
        <p:txBody>
          <a:bodyPr/>
          <a:lstStyle>
            <a:lvl1pPr>
              <a:defRPr sz="1600" b="0" i="0"/>
            </a:lvl1pPr>
            <a:lvl2pPr marL="185738" indent="-177800">
              <a:tabLst/>
              <a:defRPr sz="1600" b="0" i="0"/>
            </a:lvl2pPr>
            <a:lvl3pPr marL="363538" indent="-177800">
              <a:tabLst/>
              <a:defRPr sz="1600" b="0" i="0"/>
            </a:lvl3pPr>
            <a:lvl4pPr marL="541338" indent="-177800">
              <a:tabLst/>
              <a:defRPr sz="1600" b="0" i="0"/>
            </a:lvl4pPr>
            <a:lvl5pPr marL="719138" indent="-177800">
              <a:tabLst/>
              <a:defRPr sz="1600"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8EEBCFC-32C9-6147-BE8C-6E906611DC33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821703-0169-3F45-9D38-500907FC0667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9" name="Freeform: Shape 12">
              <a:extLst>
                <a:ext uri="{FF2B5EF4-FFF2-40B4-BE49-F238E27FC236}">
                  <a16:creationId xmlns:a16="http://schemas.microsoft.com/office/drawing/2014/main" id="{A494C5A6-A6DF-ED43-9F00-A9BD5167C5DE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3">
              <a:extLst>
                <a:ext uri="{FF2B5EF4-FFF2-40B4-BE49-F238E27FC236}">
                  <a16:creationId xmlns:a16="http://schemas.microsoft.com/office/drawing/2014/main" id="{A6BC512D-72B5-DE42-8BE1-5394D3B946CE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98896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2 Standard (4x2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8595847-1813-6B47-B848-F94A612FF95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63525" y="1449388"/>
            <a:ext cx="2663825" cy="21590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 marL="185738" indent="-177800">
              <a:tabLst/>
              <a:defRPr sz="1600" b="0" i="0">
                <a:solidFill>
                  <a:schemeClr val="bg1"/>
                </a:solidFill>
              </a:defRPr>
            </a:lvl2pPr>
            <a:lvl3pPr marL="363538" indent="-177800">
              <a:tabLst/>
              <a:defRPr sz="1600" b="0" i="0">
                <a:solidFill>
                  <a:schemeClr val="bg1"/>
                </a:solidFill>
              </a:defRPr>
            </a:lvl3pPr>
            <a:lvl4pPr marL="541338" indent="-177800">
              <a:tabLst/>
              <a:defRPr sz="1600" b="0" i="0">
                <a:solidFill>
                  <a:schemeClr val="bg1"/>
                </a:solidFill>
              </a:defRPr>
            </a:lvl4pPr>
            <a:lvl5pPr marL="719138" indent="-177800">
              <a:tabLst/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6431373-5089-4611-B962-4B97DA0F0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4" y="442800"/>
            <a:ext cx="11664951" cy="627311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bg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662D3D-F323-A745-88C9-B16E0A8401B9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63524" y="4078284"/>
            <a:ext cx="2663825" cy="21590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 marL="185738" indent="-177800">
              <a:tabLst/>
              <a:defRPr sz="1600" b="0" i="0">
                <a:solidFill>
                  <a:schemeClr val="bg1"/>
                </a:solidFill>
              </a:defRPr>
            </a:lvl2pPr>
            <a:lvl3pPr marL="363538" indent="-177800">
              <a:tabLst/>
              <a:defRPr sz="1600" b="0" i="0">
                <a:solidFill>
                  <a:schemeClr val="bg1"/>
                </a:solidFill>
              </a:defRPr>
            </a:lvl3pPr>
            <a:lvl4pPr marL="541338" indent="-177800">
              <a:tabLst/>
              <a:defRPr sz="1600" b="0" i="0">
                <a:solidFill>
                  <a:schemeClr val="bg1"/>
                </a:solidFill>
              </a:defRPr>
            </a:lvl4pPr>
            <a:lvl5pPr marL="719138" indent="-177800">
              <a:tabLst/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86BAB43-02CA-D546-863F-9D69B8EB323F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287715" y="1449392"/>
            <a:ext cx="2649536" cy="21590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 marL="185738" indent="-177800">
              <a:tabLst/>
              <a:defRPr sz="1600" b="0" i="0">
                <a:solidFill>
                  <a:schemeClr val="bg1"/>
                </a:solidFill>
              </a:defRPr>
            </a:lvl2pPr>
            <a:lvl3pPr marL="363538" indent="-177800">
              <a:tabLst/>
              <a:defRPr sz="1600" b="0" i="0">
                <a:solidFill>
                  <a:schemeClr val="bg1"/>
                </a:solidFill>
              </a:defRPr>
            </a:lvl3pPr>
            <a:lvl4pPr marL="541338" indent="-177800">
              <a:tabLst/>
              <a:defRPr sz="1600" b="0" i="0">
                <a:solidFill>
                  <a:schemeClr val="bg1"/>
                </a:solidFill>
              </a:defRPr>
            </a:lvl4pPr>
            <a:lvl5pPr marL="719138" indent="-177800">
              <a:tabLst/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7FB5B96-4A03-014D-AD73-516DA1A3ADAE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3287714" y="4078288"/>
            <a:ext cx="2628900" cy="21590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 marL="185738" indent="-177800">
              <a:tabLst/>
              <a:defRPr sz="1600" b="0" i="0">
                <a:solidFill>
                  <a:schemeClr val="bg1"/>
                </a:solidFill>
              </a:defRPr>
            </a:lvl2pPr>
            <a:lvl3pPr marL="363538" indent="-177800">
              <a:tabLst/>
              <a:defRPr sz="1600" b="0" i="0">
                <a:solidFill>
                  <a:schemeClr val="bg1"/>
                </a:solidFill>
              </a:defRPr>
            </a:lvl3pPr>
            <a:lvl4pPr marL="541338" indent="-177800">
              <a:tabLst/>
              <a:defRPr sz="1600" b="0" i="0">
                <a:solidFill>
                  <a:schemeClr val="bg1"/>
                </a:solidFill>
              </a:defRPr>
            </a:lvl4pPr>
            <a:lvl5pPr marL="719138" indent="-177800">
              <a:tabLst/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AB3ED5D-4C41-354D-ADA4-6DC9CED4F36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54752" y="1449392"/>
            <a:ext cx="2649536" cy="21590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 marL="185738" indent="-177800">
              <a:tabLst/>
              <a:defRPr sz="1600" b="0" i="0">
                <a:solidFill>
                  <a:schemeClr val="bg1"/>
                </a:solidFill>
              </a:defRPr>
            </a:lvl2pPr>
            <a:lvl3pPr marL="363538" indent="-177800">
              <a:tabLst/>
              <a:defRPr sz="1600" b="0" i="0">
                <a:solidFill>
                  <a:schemeClr val="bg1"/>
                </a:solidFill>
              </a:defRPr>
            </a:lvl3pPr>
            <a:lvl4pPr marL="541338" indent="-177800">
              <a:tabLst/>
              <a:defRPr sz="1600" b="0" i="0">
                <a:solidFill>
                  <a:schemeClr val="bg1"/>
                </a:solidFill>
              </a:defRPr>
            </a:lvl4pPr>
            <a:lvl5pPr marL="719138" indent="-177800">
              <a:tabLst/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F05F39C-30AB-584A-BD0E-3BD8D0919BBD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254750" y="4078288"/>
            <a:ext cx="2649537" cy="21590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 marL="185738" indent="-177800">
              <a:tabLst/>
              <a:defRPr sz="1600" b="0" i="0">
                <a:solidFill>
                  <a:schemeClr val="bg1"/>
                </a:solidFill>
              </a:defRPr>
            </a:lvl2pPr>
            <a:lvl3pPr marL="363538" indent="-177800">
              <a:tabLst/>
              <a:defRPr sz="1600" b="0" i="0">
                <a:solidFill>
                  <a:schemeClr val="bg1"/>
                </a:solidFill>
              </a:defRPr>
            </a:lvl3pPr>
            <a:lvl4pPr marL="541338" indent="-177800">
              <a:tabLst/>
              <a:defRPr sz="1600" b="0" i="0">
                <a:solidFill>
                  <a:schemeClr val="bg1"/>
                </a:solidFill>
              </a:defRPr>
            </a:lvl4pPr>
            <a:lvl5pPr marL="719138" indent="-177800">
              <a:tabLst/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EC083C0-47CE-1E4C-98D7-D9A751D465D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264651" y="1449392"/>
            <a:ext cx="2663825" cy="21590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 marL="185738" indent="-177800">
              <a:tabLst/>
              <a:defRPr sz="1600" b="0" i="0">
                <a:solidFill>
                  <a:schemeClr val="bg1"/>
                </a:solidFill>
              </a:defRPr>
            </a:lvl2pPr>
            <a:lvl3pPr marL="363538" indent="-177800">
              <a:tabLst/>
              <a:defRPr sz="1600" b="0" i="0">
                <a:solidFill>
                  <a:schemeClr val="bg1"/>
                </a:solidFill>
              </a:defRPr>
            </a:lvl3pPr>
            <a:lvl4pPr marL="541338" indent="-177800">
              <a:tabLst/>
              <a:defRPr sz="1600" b="0" i="0">
                <a:solidFill>
                  <a:schemeClr val="bg1"/>
                </a:solidFill>
              </a:defRPr>
            </a:lvl4pPr>
            <a:lvl5pPr marL="719138" indent="-177800">
              <a:tabLst/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B8794ADB-143A-1F46-8EFF-F0954C8A8577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264650" y="4078288"/>
            <a:ext cx="2663825" cy="2159000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  <a:lvl2pPr marL="185738" indent="-177800">
              <a:tabLst/>
              <a:defRPr sz="1600" b="0" i="0">
                <a:solidFill>
                  <a:schemeClr val="bg1"/>
                </a:solidFill>
              </a:defRPr>
            </a:lvl2pPr>
            <a:lvl3pPr marL="363538" indent="-177800">
              <a:tabLst/>
              <a:defRPr sz="1600" b="0" i="0">
                <a:solidFill>
                  <a:schemeClr val="bg1"/>
                </a:solidFill>
              </a:defRPr>
            </a:lvl3pPr>
            <a:lvl4pPr marL="541338" indent="-177800">
              <a:tabLst/>
              <a:defRPr sz="1600" b="0" i="0">
                <a:solidFill>
                  <a:schemeClr val="bg1"/>
                </a:solidFill>
              </a:defRPr>
            </a:lvl4pPr>
            <a:lvl5pPr marL="719138" indent="-177800">
              <a:tabLst/>
              <a:defRPr sz="1600"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8EEBCFC-32C9-6147-BE8C-6E906611DC33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D018944-6AE2-214E-B104-74653E9CBE32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25" name="Freeform: Shape 12">
              <a:extLst>
                <a:ext uri="{FF2B5EF4-FFF2-40B4-BE49-F238E27FC236}">
                  <a16:creationId xmlns:a16="http://schemas.microsoft.com/office/drawing/2014/main" id="{4AF11A06-A8FE-0A44-87F0-A4F70017142B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06096875-5541-3048-A341-828DB54BC41E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868226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2 Standard (Image)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1BD83B-24F1-4032-B2BA-E3528E92C0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091A64-E8A9-4A51-BC6A-7F464ABB7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800"/>
            <a:ext cx="11664950" cy="647700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A3193E4-0CAE-7240-8789-F441B1BDE733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6" name="Freeform: Shape 12">
              <a:extLst>
                <a:ext uri="{FF2B5EF4-FFF2-40B4-BE49-F238E27FC236}">
                  <a16:creationId xmlns:a16="http://schemas.microsoft.com/office/drawing/2014/main" id="{1D38A505-956A-6541-8E40-83CBB03D908D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13">
              <a:extLst>
                <a:ext uri="{FF2B5EF4-FFF2-40B4-BE49-F238E27FC236}">
                  <a16:creationId xmlns:a16="http://schemas.microsoft.com/office/drawing/2014/main" id="{FA0E319F-3735-FC41-BC6A-32F05C8D5076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342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2 Standard (Half fram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E0F511F-41D3-CF45-9BDC-34E8F387C13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63525" y="1449388"/>
            <a:ext cx="5653089" cy="4787900"/>
          </a:xfrm>
        </p:spPr>
        <p:txBody>
          <a:bodyPr anchor="ctr" anchorCtr="0"/>
          <a:lstStyle>
            <a:lvl1pPr marL="0" indent="0">
              <a:buFont typeface="System Font"/>
              <a:buNone/>
              <a:tabLst/>
              <a:defRPr sz="40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1AD7130-D359-4F94-B0B9-00F15CA9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1332"/>
            <a:ext cx="11636375" cy="647694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050097-A050-AC43-B8AC-8F154A37D01D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D07D4AFD-9B6F-804C-A4B4-194DE7CF5BEC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EC544850-50DF-A54D-9D5E-655AB338E00C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3">
              <a:extLst>
                <a:ext uri="{FF2B5EF4-FFF2-40B4-BE49-F238E27FC236}">
                  <a16:creationId xmlns:a16="http://schemas.microsoft.com/office/drawing/2014/main" id="{6189A98C-6029-5247-B1F9-C029C61DF1E6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373081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1 Standard (Text+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C57F44A-A091-EA4A-8388-607E1E2FD79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81046" y="6445333"/>
            <a:ext cx="909000" cy="324000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00C7E43-69DC-A64D-8E37-1A5C66C0DE0B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6254750" y="-6438"/>
            <a:ext cx="5937249" cy="6858000"/>
          </a:xfr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E0F511F-41D3-CF45-9BDC-34E8F387C13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63526" y="1449388"/>
            <a:ext cx="5653088" cy="4787899"/>
          </a:xfrm>
        </p:spPr>
        <p:txBody>
          <a:bodyPr anchor="ctr" anchorCtr="0"/>
          <a:lstStyle>
            <a:lvl1pPr marL="0" indent="0">
              <a:buFont typeface="System Font"/>
              <a:buNone/>
              <a:tabLst/>
              <a:defRPr sz="4000" b="0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1AD7130-D359-4F94-B0B9-00F15CA9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6" y="441332"/>
            <a:ext cx="5653087" cy="647684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tx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51FCD9-7813-7340-AF1B-F0FF7299C282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056934C3-8B73-5042-8296-F7855AA189F6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30F23495-006E-CD43-AC2F-DB519D2753A2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3">
              <a:extLst>
                <a:ext uri="{FF2B5EF4-FFF2-40B4-BE49-F238E27FC236}">
                  <a16:creationId xmlns:a16="http://schemas.microsoft.com/office/drawing/2014/main" id="{51230024-A8BD-5E4F-96B8-825E09CDDD5E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98603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2 Standard (Text+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C57F44A-A091-EA4A-8388-607E1E2FD79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81046" y="6445333"/>
            <a:ext cx="909000" cy="324000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00C7E43-69DC-A64D-8E37-1A5C66C0DE0B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6275388" y="-6438"/>
            <a:ext cx="5916611" cy="6858000"/>
          </a:xfr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E0F511F-41D3-CF45-9BDC-34E8F387C13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63526" y="1449388"/>
            <a:ext cx="5653088" cy="4787900"/>
          </a:xfrm>
        </p:spPr>
        <p:txBody>
          <a:bodyPr anchor="ctr" anchorCtr="0"/>
          <a:lstStyle>
            <a:lvl1pPr marL="0" indent="0">
              <a:buFont typeface="System Font"/>
              <a:buNone/>
              <a:tabLst/>
              <a:defRPr sz="40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1AD7130-D359-4F94-B0B9-00F15CA9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6" y="441327"/>
            <a:ext cx="5653087" cy="647698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500" b="1" i="0" kern="1200" dirty="0">
                <a:solidFill>
                  <a:schemeClr val="bg1"/>
                </a:solidFill>
                <a:latin typeface="Arial" panose="020B0604020202020204" pitchFamily="34" charset="0"/>
                <a:ea typeface="AECOM Sans Light" panose="020B04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339C655-0834-AB47-8F00-F1CFD13675F1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D001E8A-305A-3C4C-86E9-C4DCFA2178FF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83785A3C-2D4B-ED4A-83F6-43687CD158F1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E92A2CC5-6F87-0E40-A146-0738E8667342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25368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3 Standard (Text+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3102CB-A55A-4EBF-9999-98C73B303A0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" y="-6438"/>
            <a:ext cx="5916612" cy="6858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E0F511F-41D3-CF45-9BDC-34E8F387C13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54749" y="441325"/>
            <a:ext cx="5648325" cy="5795963"/>
          </a:xfrm>
        </p:spPr>
        <p:txBody>
          <a:bodyPr anchor="ctr" anchorCtr="0"/>
          <a:lstStyle>
            <a:lvl1pPr marL="0" indent="0">
              <a:buFont typeface="System Font"/>
              <a:buNone/>
              <a:tabLst/>
              <a:defRPr sz="40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</a:t>
            </a:r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2EE6BB3-D11A-3A4E-B10C-00B571B0A659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8" name="Freeform: Shape 12">
              <a:extLst>
                <a:ext uri="{FF2B5EF4-FFF2-40B4-BE49-F238E27FC236}">
                  <a16:creationId xmlns:a16="http://schemas.microsoft.com/office/drawing/2014/main" id="{C0D1F797-B420-E445-B6BC-75AD58351AC2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87054E83-B294-224C-83D4-62B9F48FBCD3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761385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4 Standard (Text+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3102CB-A55A-4EBF-9999-98C73B303A0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" y="-6438"/>
            <a:ext cx="5916612" cy="6858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E0F511F-41D3-CF45-9BDC-34E8F387C13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54749" y="620713"/>
            <a:ext cx="5673726" cy="5616575"/>
          </a:xfrm>
        </p:spPr>
        <p:txBody>
          <a:bodyPr anchor="ctr" anchorCtr="0"/>
          <a:lstStyle>
            <a:lvl1pPr marL="0" indent="0">
              <a:buFont typeface="System Font"/>
              <a:buNone/>
              <a:tabLst/>
              <a:defRPr sz="4000" b="0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Text</a:t>
            </a:r>
            <a:endParaRPr lang="en-GB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9FFE8A9-7597-4F6D-8E90-162837D089FD}"/>
              </a:ext>
            </a:extLst>
          </p:cNvPr>
          <p:cNvGrpSpPr/>
          <p:nvPr/>
        </p:nvGrpSpPr>
        <p:grpSpPr>
          <a:xfrm>
            <a:off x="10788650" y="6413250"/>
            <a:ext cx="1111250" cy="225425"/>
            <a:chOff x="292100" y="6413250"/>
            <a:chExt cx="1111250" cy="22542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0284E6B-2D57-4841-AA19-795844E87F72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0130474-06CB-4DB0-B42A-F7F7A65B59F8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37654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1 Call out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61F1-4A98-B04B-B95B-7B0BAF4FE4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441325"/>
            <a:ext cx="11664950" cy="579596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>
              <a:lnSpc>
                <a:spcPct val="90000"/>
              </a:lnSpc>
              <a:defRPr sz="96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Large text call out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B19BDBE-AF4A-5940-B6E0-7FC401472CC8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050F6376-2CF0-6648-B02D-E5CB3AC0281F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6" name="Freeform: Shape 12">
              <a:extLst>
                <a:ext uri="{FF2B5EF4-FFF2-40B4-BE49-F238E27FC236}">
                  <a16:creationId xmlns:a16="http://schemas.microsoft.com/office/drawing/2014/main" id="{F41EB637-536C-4E4E-8282-87E3FF4A5366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13">
              <a:extLst>
                <a:ext uri="{FF2B5EF4-FFF2-40B4-BE49-F238E27FC236}">
                  <a16:creationId xmlns:a16="http://schemas.microsoft.com/office/drawing/2014/main" id="{7E71FBE2-FD33-7B4E-BF85-35992BC45035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16387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2 Call out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61F1-4A98-B04B-B95B-7B0BAF4FE4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441325"/>
            <a:ext cx="11664950" cy="579596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>
              <a:lnSpc>
                <a:spcPct val="90000"/>
              </a:lnSpc>
              <a:defRPr sz="96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Large text call out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596BE8-3110-764C-9BBC-16D507EF9925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793C40AC-01AD-604C-A852-EF2B1A10D214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6" name="Freeform: Shape 12">
              <a:extLst>
                <a:ext uri="{FF2B5EF4-FFF2-40B4-BE49-F238E27FC236}">
                  <a16:creationId xmlns:a16="http://schemas.microsoft.com/office/drawing/2014/main" id="{F34D1FD1-70E7-064A-AD42-05BD7D8E5048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13">
              <a:extLst>
                <a:ext uri="{FF2B5EF4-FFF2-40B4-BE49-F238E27FC236}">
                  <a16:creationId xmlns:a16="http://schemas.microsoft.com/office/drawing/2014/main" id="{36ED59FD-A74C-A04B-B454-9DF8F1570211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791337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1 Call out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61F1-4A98-B04B-B95B-7B0BAF4FE4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441329"/>
            <a:ext cx="11664950" cy="5795960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>
              <a:lnSpc>
                <a:spcPct val="90000"/>
              </a:lnSpc>
              <a:defRPr sz="72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Medium text call out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52D4187-4FC3-4942-8F64-97378B9C504F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2B9B0851-CEB9-0344-AEA1-A17698E8EA95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6" name="Freeform: Shape 12">
              <a:extLst>
                <a:ext uri="{FF2B5EF4-FFF2-40B4-BE49-F238E27FC236}">
                  <a16:creationId xmlns:a16="http://schemas.microsoft.com/office/drawing/2014/main" id="{6A8070E9-F1F1-664D-97B4-FAF57EFDAD1E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13">
              <a:extLst>
                <a:ext uri="{FF2B5EF4-FFF2-40B4-BE49-F238E27FC236}">
                  <a16:creationId xmlns:a16="http://schemas.microsoft.com/office/drawing/2014/main" id="{FA79ABEB-FA91-9449-8F42-63317E39760A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1779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2 Call out Mediu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61F1-4A98-B04B-B95B-7B0BAF4FE4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441325"/>
            <a:ext cx="11664950" cy="579596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>
              <a:lnSpc>
                <a:spcPct val="90000"/>
              </a:lnSpc>
              <a:defRPr sz="72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Medium text call out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514B16-2202-1F4E-A625-CCC316E17EE0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E837DC1E-9AD8-5948-89BD-3A4C098FEB52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6" name="Freeform: Shape 12">
              <a:extLst>
                <a:ext uri="{FF2B5EF4-FFF2-40B4-BE49-F238E27FC236}">
                  <a16:creationId xmlns:a16="http://schemas.microsoft.com/office/drawing/2014/main" id="{7B642F0A-B0BB-F348-9447-D4ACDE2843B2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13">
              <a:extLst>
                <a:ext uri="{FF2B5EF4-FFF2-40B4-BE49-F238E27FC236}">
                  <a16:creationId xmlns:a16="http://schemas.microsoft.com/office/drawing/2014/main" id="{01B4C5F2-EB81-4248-8CB1-A35EBFBF68A9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12971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1 Call out Sma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61F1-4A98-B04B-B95B-7B0BAF4FE4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441325"/>
            <a:ext cx="11664950" cy="5798051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>
              <a:lnSpc>
                <a:spcPct val="90000"/>
              </a:lnSpc>
              <a:defRPr sz="4800" b="1" i="0">
                <a:solidFill>
                  <a:schemeClr val="tx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Small text call out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8974E2A-ABE8-0D43-8F6C-17704301D1B4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4" name="Freeform: Shape 12">
              <a:extLst>
                <a:ext uri="{FF2B5EF4-FFF2-40B4-BE49-F238E27FC236}">
                  <a16:creationId xmlns:a16="http://schemas.microsoft.com/office/drawing/2014/main" id="{97ADD078-64B3-4D46-8BB7-036C6BD2DC3C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: Shape 13">
              <a:extLst>
                <a:ext uri="{FF2B5EF4-FFF2-40B4-BE49-F238E27FC236}">
                  <a16:creationId xmlns:a16="http://schemas.microsoft.com/office/drawing/2014/main" id="{90326CDB-2216-E640-9AF4-B507219F7F88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307A67-CFFB-7F41-9017-14963722CC3D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3819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2 Call out Smal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61F1-4A98-B04B-B95B-7B0BAF4FE4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441330"/>
            <a:ext cx="11664949" cy="5795958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  <a:latin typeface="Arial" panose="020B0604020202020204" pitchFamily="34" charset="0"/>
                <a:ea typeface="AECOM Sans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Small text call out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5FF0B00-EC19-A74E-B31A-73535D638000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A23C378A-742B-AF48-B6C1-EBD1CAA766D0}"/>
              </a:ext>
            </a:extLst>
          </p:cNvPr>
          <p:cNvGrpSpPr/>
          <p:nvPr/>
        </p:nvGrpSpPr>
        <p:grpSpPr>
          <a:xfrm>
            <a:off x="10814051" y="6438651"/>
            <a:ext cx="1111250" cy="225425"/>
            <a:chOff x="292100" y="6413250"/>
            <a:chExt cx="1111250" cy="225425"/>
          </a:xfrm>
        </p:grpSpPr>
        <p:sp>
          <p:nvSpPr>
            <p:cNvPr id="6" name="Freeform: Shape 12">
              <a:extLst>
                <a:ext uri="{FF2B5EF4-FFF2-40B4-BE49-F238E27FC236}">
                  <a16:creationId xmlns:a16="http://schemas.microsoft.com/office/drawing/2014/main" id="{2DB3619A-E4FB-AA48-B244-E3478973AD6A}"/>
                </a:ext>
              </a:extLst>
            </p:cNvPr>
            <p:cNvSpPr/>
            <p:nvPr/>
          </p:nvSpPr>
          <p:spPr>
            <a:xfrm>
              <a:off x="292100" y="6413250"/>
              <a:ext cx="225425" cy="225425"/>
            </a:xfrm>
            <a:custGeom>
              <a:avLst/>
              <a:gdLst>
                <a:gd name="connsiteX0" fmla="*/ 329565 w 342900"/>
                <a:gd name="connsiteY0" fmla="*/ 104775 h 342900"/>
                <a:gd name="connsiteX1" fmla="*/ 292418 w 342900"/>
                <a:gd name="connsiteY1" fmla="*/ 50483 h 342900"/>
                <a:gd name="connsiteX2" fmla="*/ 238125 w 342900"/>
                <a:gd name="connsiteY2" fmla="*/ 13335 h 342900"/>
                <a:gd name="connsiteX3" fmla="*/ 171450 w 342900"/>
                <a:gd name="connsiteY3" fmla="*/ 0 h 342900"/>
                <a:gd name="connsiteX4" fmla="*/ 104775 w 342900"/>
                <a:gd name="connsiteY4" fmla="*/ 13335 h 342900"/>
                <a:gd name="connsiteX5" fmla="*/ 50483 w 342900"/>
                <a:gd name="connsiteY5" fmla="*/ 50483 h 342900"/>
                <a:gd name="connsiteX6" fmla="*/ 13335 w 342900"/>
                <a:gd name="connsiteY6" fmla="*/ 104775 h 342900"/>
                <a:gd name="connsiteX7" fmla="*/ 0 w 342900"/>
                <a:gd name="connsiteY7" fmla="*/ 171450 h 342900"/>
                <a:gd name="connsiteX8" fmla="*/ 13335 w 342900"/>
                <a:gd name="connsiteY8" fmla="*/ 238125 h 342900"/>
                <a:gd name="connsiteX9" fmla="*/ 50483 w 342900"/>
                <a:gd name="connsiteY9" fmla="*/ 292418 h 342900"/>
                <a:gd name="connsiteX10" fmla="*/ 104775 w 342900"/>
                <a:gd name="connsiteY10" fmla="*/ 329565 h 342900"/>
                <a:gd name="connsiteX11" fmla="*/ 171450 w 342900"/>
                <a:gd name="connsiteY11" fmla="*/ 342900 h 342900"/>
                <a:gd name="connsiteX12" fmla="*/ 171450 w 342900"/>
                <a:gd name="connsiteY12" fmla="*/ 308610 h 342900"/>
                <a:gd name="connsiteX13" fmla="*/ 74295 w 342900"/>
                <a:gd name="connsiteY13" fmla="*/ 268605 h 342900"/>
                <a:gd name="connsiteX14" fmla="*/ 35243 w 342900"/>
                <a:gd name="connsiteY14" fmla="*/ 188595 h 342900"/>
                <a:gd name="connsiteX15" fmla="*/ 180975 w 342900"/>
                <a:gd name="connsiteY15" fmla="*/ 188595 h 342900"/>
                <a:gd name="connsiteX16" fmla="*/ 141923 w 342900"/>
                <a:gd name="connsiteY16" fmla="*/ 227648 h 342900"/>
                <a:gd name="connsiteX17" fmla="*/ 165735 w 342900"/>
                <a:gd name="connsiteY17" fmla="*/ 251460 h 342900"/>
                <a:gd name="connsiteX18" fmla="*/ 246698 w 342900"/>
                <a:gd name="connsiteY18" fmla="*/ 170498 h 342900"/>
                <a:gd name="connsiteX19" fmla="*/ 165735 w 342900"/>
                <a:gd name="connsiteY19" fmla="*/ 89535 h 342900"/>
                <a:gd name="connsiteX20" fmla="*/ 141923 w 342900"/>
                <a:gd name="connsiteY20" fmla="*/ 113348 h 342900"/>
                <a:gd name="connsiteX21" fmla="*/ 180975 w 342900"/>
                <a:gd name="connsiteY21" fmla="*/ 152400 h 342900"/>
                <a:gd name="connsiteX22" fmla="*/ 35243 w 342900"/>
                <a:gd name="connsiteY22" fmla="*/ 152400 h 342900"/>
                <a:gd name="connsiteX23" fmla="*/ 74295 w 342900"/>
                <a:gd name="connsiteY23" fmla="*/ 72390 h 342900"/>
                <a:gd name="connsiteX24" fmla="*/ 171450 w 342900"/>
                <a:gd name="connsiteY24" fmla="*/ 32385 h 342900"/>
                <a:gd name="connsiteX25" fmla="*/ 268605 w 342900"/>
                <a:gd name="connsiteY25" fmla="*/ 72390 h 342900"/>
                <a:gd name="connsiteX26" fmla="*/ 308610 w 342900"/>
                <a:gd name="connsiteY26" fmla="*/ 169545 h 342900"/>
                <a:gd name="connsiteX27" fmla="*/ 342900 w 342900"/>
                <a:gd name="connsiteY27" fmla="*/ 169545 h 342900"/>
                <a:gd name="connsiteX28" fmla="*/ 329565 w 342900"/>
                <a:gd name="connsiteY28" fmla="*/ 104775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2900" h="342900">
                  <a:moveTo>
                    <a:pt x="329565" y="104775"/>
                  </a:moveTo>
                  <a:cubicBezTo>
                    <a:pt x="320993" y="84773"/>
                    <a:pt x="308610" y="65723"/>
                    <a:pt x="292418" y="50483"/>
                  </a:cubicBezTo>
                  <a:cubicBezTo>
                    <a:pt x="276225" y="34290"/>
                    <a:pt x="258128" y="21908"/>
                    <a:pt x="238125" y="13335"/>
                  </a:cubicBezTo>
                  <a:cubicBezTo>
                    <a:pt x="217170" y="4763"/>
                    <a:pt x="194310" y="0"/>
                    <a:pt x="171450" y="0"/>
                  </a:cubicBezTo>
                  <a:cubicBezTo>
                    <a:pt x="148590" y="0"/>
                    <a:pt x="125730" y="4763"/>
                    <a:pt x="104775" y="13335"/>
                  </a:cubicBezTo>
                  <a:cubicBezTo>
                    <a:pt x="83820" y="21908"/>
                    <a:pt x="65723" y="34290"/>
                    <a:pt x="50483" y="50483"/>
                  </a:cubicBezTo>
                  <a:cubicBezTo>
                    <a:pt x="34290" y="66675"/>
                    <a:pt x="21908" y="84773"/>
                    <a:pt x="13335" y="104775"/>
                  </a:cubicBezTo>
                  <a:cubicBezTo>
                    <a:pt x="4763" y="125730"/>
                    <a:pt x="0" y="148590"/>
                    <a:pt x="0" y="171450"/>
                  </a:cubicBezTo>
                  <a:cubicBezTo>
                    <a:pt x="0" y="194310"/>
                    <a:pt x="4763" y="217170"/>
                    <a:pt x="13335" y="238125"/>
                  </a:cubicBezTo>
                  <a:cubicBezTo>
                    <a:pt x="21908" y="258128"/>
                    <a:pt x="34290" y="277178"/>
                    <a:pt x="50483" y="292418"/>
                  </a:cubicBezTo>
                  <a:cubicBezTo>
                    <a:pt x="66675" y="308610"/>
                    <a:pt x="84773" y="320993"/>
                    <a:pt x="104775" y="329565"/>
                  </a:cubicBezTo>
                  <a:cubicBezTo>
                    <a:pt x="125730" y="338138"/>
                    <a:pt x="148590" y="342900"/>
                    <a:pt x="171450" y="342900"/>
                  </a:cubicBezTo>
                  <a:lnTo>
                    <a:pt x="171450" y="308610"/>
                  </a:lnTo>
                  <a:cubicBezTo>
                    <a:pt x="135255" y="308610"/>
                    <a:pt x="100013" y="294323"/>
                    <a:pt x="74295" y="268605"/>
                  </a:cubicBezTo>
                  <a:cubicBezTo>
                    <a:pt x="52388" y="246698"/>
                    <a:pt x="39053" y="219075"/>
                    <a:pt x="35243" y="188595"/>
                  </a:cubicBezTo>
                  <a:lnTo>
                    <a:pt x="180975" y="188595"/>
                  </a:lnTo>
                  <a:lnTo>
                    <a:pt x="141923" y="227648"/>
                  </a:lnTo>
                  <a:lnTo>
                    <a:pt x="165735" y="251460"/>
                  </a:lnTo>
                  <a:lnTo>
                    <a:pt x="246698" y="170498"/>
                  </a:lnTo>
                  <a:lnTo>
                    <a:pt x="165735" y="89535"/>
                  </a:lnTo>
                  <a:lnTo>
                    <a:pt x="141923" y="113348"/>
                  </a:lnTo>
                  <a:lnTo>
                    <a:pt x="180975" y="152400"/>
                  </a:lnTo>
                  <a:lnTo>
                    <a:pt x="35243" y="152400"/>
                  </a:lnTo>
                  <a:cubicBezTo>
                    <a:pt x="39053" y="121920"/>
                    <a:pt x="52388" y="94298"/>
                    <a:pt x="74295" y="72390"/>
                  </a:cubicBezTo>
                  <a:cubicBezTo>
                    <a:pt x="100013" y="46673"/>
                    <a:pt x="134303" y="32385"/>
                    <a:pt x="171450" y="32385"/>
                  </a:cubicBezTo>
                  <a:cubicBezTo>
                    <a:pt x="207645" y="32385"/>
                    <a:pt x="242888" y="46673"/>
                    <a:pt x="268605" y="72390"/>
                  </a:cubicBezTo>
                  <a:cubicBezTo>
                    <a:pt x="294323" y="98108"/>
                    <a:pt x="308610" y="132398"/>
                    <a:pt x="308610" y="169545"/>
                  </a:cubicBezTo>
                  <a:lnTo>
                    <a:pt x="342900" y="169545"/>
                  </a:lnTo>
                  <a:cubicBezTo>
                    <a:pt x="342900" y="148590"/>
                    <a:pt x="338138" y="125730"/>
                    <a:pt x="329565" y="104775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13">
              <a:extLst>
                <a:ext uri="{FF2B5EF4-FFF2-40B4-BE49-F238E27FC236}">
                  <a16:creationId xmlns:a16="http://schemas.microsoft.com/office/drawing/2014/main" id="{46F1D90F-5C33-BA44-ABCA-36DD2F8F30D6}"/>
                </a:ext>
              </a:extLst>
            </p:cNvPr>
            <p:cNvSpPr/>
            <p:nvPr/>
          </p:nvSpPr>
          <p:spPr>
            <a:xfrm>
              <a:off x="590579" y="6484379"/>
              <a:ext cx="812771" cy="84028"/>
            </a:xfrm>
            <a:custGeom>
              <a:avLst/>
              <a:gdLst>
                <a:gd name="connsiteX0" fmla="*/ 1329690 w 1547812"/>
                <a:gd name="connsiteY0" fmla="*/ 155258 h 160020"/>
                <a:gd name="connsiteX1" fmla="*/ 1369695 w 1547812"/>
                <a:gd name="connsiteY1" fmla="*/ 155258 h 160020"/>
                <a:gd name="connsiteX2" fmla="*/ 1369695 w 1547812"/>
                <a:gd name="connsiteY2" fmla="*/ 65723 h 160020"/>
                <a:gd name="connsiteX3" fmla="*/ 1372553 w 1547812"/>
                <a:gd name="connsiteY3" fmla="*/ 53340 h 160020"/>
                <a:gd name="connsiteX4" fmla="*/ 1379220 w 1547812"/>
                <a:gd name="connsiteY4" fmla="*/ 43815 h 160020"/>
                <a:gd name="connsiteX5" fmla="*/ 1388745 w 1547812"/>
                <a:gd name="connsiteY5" fmla="*/ 37147 h 160020"/>
                <a:gd name="connsiteX6" fmla="*/ 1400175 w 1547812"/>
                <a:gd name="connsiteY6" fmla="*/ 35243 h 160020"/>
                <a:gd name="connsiteX7" fmla="*/ 1407795 w 1547812"/>
                <a:gd name="connsiteY7" fmla="*/ 36195 h 160020"/>
                <a:gd name="connsiteX8" fmla="*/ 1413510 w 1547812"/>
                <a:gd name="connsiteY8" fmla="*/ 40005 h 160020"/>
                <a:gd name="connsiteX9" fmla="*/ 1417320 w 1547812"/>
                <a:gd name="connsiteY9" fmla="*/ 47625 h 160020"/>
                <a:gd name="connsiteX10" fmla="*/ 1419225 w 1547812"/>
                <a:gd name="connsiteY10" fmla="*/ 60960 h 160020"/>
                <a:gd name="connsiteX11" fmla="*/ 1419225 w 1547812"/>
                <a:gd name="connsiteY11" fmla="*/ 155258 h 160020"/>
                <a:gd name="connsiteX12" fmla="*/ 1459230 w 1547812"/>
                <a:gd name="connsiteY12" fmla="*/ 155258 h 160020"/>
                <a:gd name="connsiteX13" fmla="*/ 1459230 w 1547812"/>
                <a:gd name="connsiteY13" fmla="*/ 63818 h 160020"/>
                <a:gd name="connsiteX14" fmla="*/ 1462088 w 1547812"/>
                <a:gd name="connsiteY14" fmla="*/ 53340 h 160020"/>
                <a:gd name="connsiteX15" fmla="*/ 1468755 w 1547812"/>
                <a:gd name="connsiteY15" fmla="*/ 43815 h 160020"/>
                <a:gd name="connsiteX16" fmla="*/ 1478280 w 1547812"/>
                <a:gd name="connsiteY16" fmla="*/ 37147 h 160020"/>
                <a:gd name="connsiteX17" fmla="*/ 1489710 w 1547812"/>
                <a:gd name="connsiteY17" fmla="*/ 35243 h 160020"/>
                <a:gd name="connsiteX18" fmla="*/ 1497330 w 1547812"/>
                <a:gd name="connsiteY18" fmla="*/ 36195 h 160020"/>
                <a:gd name="connsiteX19" fmla="*/ 1503045 w 1547812"/>
                <a:gd name="connsiteY19" fmla="*/ 40005 h 160020"/>
                <a:gd name="connsiteX20" fmla="*/ 1506855 w 1547812"/>
                <a:gd name="connsiteY20" fmla="*/ 47625 h 160020"/>
                <a:gd name="connsiteX21" fmla="*/ 1507808 w 1547812"/>
                <a:gd name="connsiteY21" fmla="*/ 60960 h 160020"/>
                <a:gd name="connsiteX22" fmla="*/ 1507808 w 1547812"/>
                <a:gd name="connsiteY22" fmla="*/ 155258 h 160020"/>
                <a:gd name="connsiteX23" fmla="*/ 1547813 w 1547812"/>
                <a:gd name="connsiteY23" fmla="*/ 155258 h 160020"/>
                <a:gd name="connsiteX24" fmla="*/ 1547813 w 1547812"/>
                <a:gd name="connsiteY24" fmla="*/ 55245 h 160020"/>
                <a:gd name="connsiteX25" fmla="*/ 1536383 w 1547812"/>
                <a:gd name="connsiteY25" fmla="*/ 14288 h 160020"/>
                <a:gd name="connsiteX26" fmla="*/ 1502093 w 1547812"/>
                <a:gd name="connsiteY26" fmla="*/ 1905 h 160020"/>
                <a:gd name="connsiteX27" fmla="*/ 1477328 w 1547812"/>
                <a:gd name="connsiteY27" fmla="*/ 7620 h 160020"/>
                <a:gd name="connsiteX28" fmla="*/ 1455420 w 1547812"/>
                <a:gd name="connsiteY28" fmla="*/ 27623 h 160020"/>
                <a:gd name="connsiteX29" fmla="*/ 1441133 w 1547812"/>
                <a:gd name="connsiteY29" fmla="*/ 8573 h 160020"/>
                <a:gd name="connsiteX30" fmla="*/ 1414463 w 1547812"/>
                <a:gd name="connsiteY30" fmla="*/ 1905 h 160020"/>
                <a:gd name="connsiteX31" fmla="*/ 1390650 w 1547812"/>
                <a:gd name="connsiteY31" fmla="*/ 7620 h 160020"/>
                <a:gd name="connsiteX32" fmla="*/ 1371600 w 1547812"/>
                <a:gd name="connsiteY32" fmla="*/ 25718 h 160020"/>
                <a:gd name="connsiteX33" fmla="*/ 1371600 w 1547812"/>
                <a:gd name="connsiteY33" fmla="*/ 5715 h 160020"/>
                <a:gd name="connsiteX34" fmla="*/ 1332548 w 1547812"/>
                <a:gd name="connsiteY34" fmla="*/ 5715 h 160020"/>
                <a:gd name="connsiteX35" fmla="*/ 1332548 w 1547812"/>
                <a:gd name="connsiteY35" fmla="*/ 155258 h 160020"/>
                <a:gd name="connsiteX36" fmla="*/ 1199198 w 1547812"/>
                <a:gd name="connsiteY36" fmla="*/ 116205 h 160020"/>
                <a:gd name="connsiteX37" fmla="*/ 1190625 w 1547812"/>
                <a:gd name="connsiteY37" fmla="*/ 80963 h 160020"/>
                <a:gd name="connsiteX38" fmla="*/ 1199198 w 1547812"/>
                <a:gd name="connsiteY38" fmla="*/ 45720 h 160020"/>
                <a:gd name="connsiteX39" fmla="*/ 1224915 w 1547812"/>
                <a:gd name="connsiteY39" fmla="*/ 33338 h 160020"/>
                <a:gd name="connsiteX40" fmla="*/ 1250633 w 1547812"/>
                <a:gd name="connsiteY40" fmla="*/ 45720 h 160020"/>
                <a:gd name="connsiteX41" fmla="*/ 1259205 w 1547812"/>
                <a:gd name="connsiteY41" fmla="*/ 80963 h 160020"/>
                <a:gd name="connsiteX42" fmla="*/ 1250633 w 1547812"/>
                <a:gd name="connsiteY42" fmla="*/ 116205 h 160020"/>
                <a:gd name="connsiteX43" fmla="*/ 1224915 w 1547812"/>
                <a:gd name="connsiteY43" fmla="*/ 128588 h 160020"/>
                <a:gd name="connsiteX44" fmla="*/ 1199198 w 1547812"/>
                <a:gd name="connsiteY44" fmla="*/ 116205 h 160020"/>
                <a:gd name="connsiteX45" fmla="*/ 1256348 w 1547812"/>
                <a:gd name="connsiteY45" fmla="*/ 154305 h 160020"/>
                <a:gd name="connsiteX46" fmla="*/ 1280160 w 1547812"/>
                <a:gd name="connsiteY46" fmla="*/ 138113 h 160020"/>
                <a:gd name="connsiteX47" fmla="*/ 1295400 w 1547812"/>
                <a:gd name="connsiteY47" fmla="*/ 113348 h 160020"/>
                <a:gd name="connsiteX48" fmla="*/ 1301115 w 1547812"/>
                <a:gd name="connsiteY48" fmla="*/ 80010 h 160020"/>
                <a:gd name="connsiteX49" fmla="*/ 1296353 w 1547812"/>
                <a:gd name="connsiteY49" fmla="*/ 46672 h 160020"/>
                <a:gd name="connsiteX50" fmla="*/ 1281113 w 1547812"/>
                <a:gd name="connsiteY50" fmla="*/ 21908 h 160020"/>
                <a:gd name="connsiteX51" fmla="*/ 1257300 w 1547812"/>
                <a:gd name="connsiteY51" fmla="*/ 6668 h 160020"/>
                <a:gd name="connsiteX52" fmla="*/ 1225868 w 1547812"/>
                <a:gd name="connsiteY52" fmla="*/ 953 h 160020"/>
                <a:gd name="connsiteX53" fmla="*/ 1194435 w 1547812"/>
                <a:gd name="connsiteY53" fmla="*/ 6668 h 160020"/>
                <a:gd name="connsiteX54" fmla="*/ 1170623 w 1547812"/>
                <a:gd name="connsiteY54" fmla="*/ 21908 h 160020"/>
                <a:gd name="connsiteX55" fmla="*/ 1155383 w 1547812"/>
                <a:gd name="connsiteY55" fmla="*/ 46672 h 160020"/>
                <a:gd name="connsiteX56" fmla="*/ 1149668 w 1547812"/>
                <a:gd name="connsiteY56" fmla="*/ 80010 h 160020"/>
                <a:gd name="connsiteX57" fmla="*/ 1169670 w 1547812"/>
                <a:gd name="connsiteY57" fmla="*/ 139065 h 160020"/>
                <a:gd name="connsiteX58" fmla="*/ 1225868 w 1547812"/>
                <a:gd name="connsiteY58" fmla="*/ 160020 h 160020"/>
                <a:gd name="connsiteX59" fmla="*/ 1256348 w 1547812"/>
                <a:gd name="connsiteY59" fmla="*/ 154305 h 160020"/>
                <a:gd name="connsiteX60" fmla="*/ 1086803 w 1547812"/>
                <a:gd name="connsiteY60" fmla="*/ 100965 h 160020"/>
                <a:gd name="connsiteX61" fmla="*/ 1079183 w 1547812"/>
                <a:gd name="connsiteY61" fmla="*/ 120968 h 160020"/>
                <a:gd name="connsiteX62" fmla="*/ 1061085 w 1547812"/>
                <a:gd name="connsiteY62" fmla="*/ 127635 h 160020"/>
                <a:gd name="connsiteX63" fmla="*/ 1045845 w 1547812"/>
                <a:gd name="connsiteY63" fmla="*/ 123825 h 160020"/>
                <a:gd name="connsiteX64" fmla="*/ 1036320 w 1547812"/>
                <a:gd name="connsiteY64" fmla="*/ 113348 h 160020"/>
                <a:gd name="connsiteX65" fmla="*/ 1031558 w 1547812"/>
                <a:gd name="connsiteY65" fmla="*/ 98108 h 160020"/>
                <a:gd name="connsiteX66" fmla="*/ 1029653 w 1547812"/>
                <a:gd name="connsiteY66" fmla="*/ 80010 h 160020"/>
                <a:gd name="connsiteX67" fmla="*/ 1031558 w 1547812"/>
                <a:gd name="connsiteY67" fmla="*/ 62865 h 160020"/>
                <a:gd name="connsiteX68" fmla="*/ 1036320 w 1547812"/>
                <a:gd name="connsiteY68" fmla="*/ 47625 h 160020"/>
                <a:gd name="connsiteX69" fmla="*/ 1045845 w 1547812"/>
                <a:gd name="connsiteY69" fmla="*/ 37147 h 160020"/>
                <a:gd name="connsiteX70" fmla="*/ 1061085 w 1547812"/>
                <a:gd name="connsiteY70" fmla="*/ 33338 h 160020"/>
                <a:gd name="connsiteX71" fmla="*/ 1079183 w 1547812"/>
                <a:gd name="connsiteY71" fmla="*/ 40005 h 160020"/>
                <a:gd name="connsiteX72" fmla="*/ 1085850 w 1547812"/>
                <a:gd name="connsiteY72" fmla="*/ 58103 h 160020"/>
                <a:gd name="connsiteX73" fmla="*/ 1125855 w 1547812"/>
                <a:gd name="connsiteY73" fmla="*/ 52388 h 160020"/>
                <a:gd name="connsiteX74" fmla="*/ 1120140 w 1547812"/>
                <a:gd name="connsiteY74" fmla="*/ 31433 h 160020"/>
                <a:gd name="connsiteX75" fmla="*/ 1107758 w 1547812"/>
                <a:gd name="connsiteY75" fmla="*/ 15240 h 160020"/>
                <a:gd name="connsiteX76" fmla="*/ 1088708 w 1547812"/>
                <a:gd name="connsiteY76" fmla="*/ 4763 h 160020"/>
                <a:gd name="connsiteX77" fmla="*/ 1062038 w 1547812"/>
                <a:gd name="connsiteY77" fmla="*/ 953 h 160020"/>
                <a:gd name="connsiteX78" fmla="*/ 1030605 w 1547812"/>
                <a:gd name="connsiteY78" fmla="*/ 6668 h 160020"/>
                <a:gd name="connsiteX79" fmla="*/ 1007745 w 1547812"/>
                <a:gd name="connsiteY79" fmla="*/ 22860 h 160020"/>
                <a:gd name="connsiteX80" fmla="*/ 993458 w 1547812"/>
                <a:gd name="connsiteY80" fmla="*/ 47625 h 160020"/>
                <a:gd name="connsiteX81" fmla="*/ 988695 w 1547812"/>
                <a:gd name="connsiteY81" fmla="*/ 80010 h 160020"/>
                <a:gd name="connsiteX82" fmla="*/ 992505 w 1547812"/>
                <a:gd name="connsiteY82" fmla="*/ 112395 h 160020"/>
                <a:gd name="connsiteX83" fmla="*/ 1005840 w 1547812"/>
                <a:gd name="connsiteY83" fmla="*/ 137160 h 160020"/>
                <a:gd name="connsiteX84" fmla="*/ 1028700 w 1547812"/>
                <a:gd name="connsiteY84" fmla="*/ 153353 h 160020"/>
                <a:gd name="connsiteX85" fmla="*/ 1061085 w 1547812"/>
                <a:gd name="connsiteY85" fmla="*/ 159068 h 160020"/>
                <a:gd name="connsiteX86" fmla="*/ 1109663 w 1547812"/>
                <a:gd name="connsiteY86" fmla="*/ 142875 h 160020"/>
                <a:gd name="connsiteX87" fmla="*/ 1127760 w 1547812"/>
                <a:gd name="connsiteY87" fmla="*/ 100013 h 160020"/>
                <a:gd name="connsiteX88" fmla="*/ 1086803 w 1547812"/>
                <a:gd name="connsiteY88" fmla="*/ 100013 h 160020"/>
                <a:gd name="connsiteX89" fmla="*/ 921068 w 1547812"/>
                <a:gd name="connsiteY89" fmla="*/ 155258 h 160020"/>
                <a:gd name="connsiteX90" fmla="*/ 962025 w 1547812"/>
                <a:gd name="connsiteY90" fmla="*/ 155258 h 160020"/>
                <a:gd name="connsiteX91" fmla="*/ 962025 w 1547812"/>
                <a:gd name="connsiteY91" fmla="*/ 109538 h 160020"/>
                <a:gd name="connsiteX92" fmla="*/ 921068 w 1547812"/>
                <a:gd name="connsiteY92" fmla="*/ 109538 h 160020"/>
                <a:gd name="connsiteX93" fmla="*/ 921068 w 1547812"/>
                <a:gd name="connsiteY93" fmla="*/ 155258 h 160020"/>
                <a:gd name="connsiteX94" fmla="*/ 671513 w 1547812"/>
                <a:gd name="connsiteY94" fmla="*/ 155258 h 160020"/>
                <a:gd name="connsiteX95" fmla="*/ 711518 w 1547812"/>
                <a:gd name="connsiteY95" fmla="*/ 155258 h 160020"/>
                <a:gd name="connsiteX96" fmla="*/ 711518 w 1547812"/>
                <a:gd name="connsiteY96" fmla="*/ 65723 h 160020"/>
                <a:gd name="connsiteX97" fmla="*/ 714375 w 1547812"/>
                <a:gd name="connsiteY97" fmla="*/ 53340 h 160020"/>
                <a:gd name="connsiteX98" fmla="*/ 721043 w 1547812"/>
                <a:gd name="connsiteY98" fmla="*/ 43815 h 160020"/>
                <a:gd name="connsiteX99" fmla="*/ 730568 w 1547812"/>
                <a:gd name="connsiteY99" fmla="*/ 37147 h 160020"/>
                <a:gd name="connsiteX100" fmla="*/ 741998 w 1547812"/>
                <a:gd name="connsiteY100" fmla="*/ 35243 h 160020"/>
                <a:gd name="connsiteX101" fmla="*/ 749618 w 1547812"/>
                <a:gd name="connsiteY101" fmla="*/ 36195 h 160020"/>
                <a:gd name="connsiteX102" fmla="*/ 755333 w 1547812"/>
                <a:gd name="connsiteY102" fmla="*/ 40005 h 160020"/>
                <a:gd name="connsiteX103" fmla="*/ 759143 w 1547812"/>
                <a:gd name="connsiteY103" fmla="*/ 47625 h 160020"/>
                <a:gd name="connsiteX104" fmla="*/ 761048 w 1547812"/>
                <a:gd name="connsiteY104" fmla="*/ 60960 h 160020"/>
                <a:gd name="connsiteX105" fmla="*/ 761048 w 1547812"/>
                <a:gd name="connsiteY105" fmla="*/ 155258 h 160020"/>
                <a:gd name="connsiteX106" fmla="*/ 801053 w 1547812"/>
                <a:gd name="connsiteY106" fmla="*/ 155258 h 160020"/>
                <a:gd name="connsiteX107" fmla="*/ 801053 w 1547812"/>
                <a:gd name="connsiteY107" fmla="*/ 63818 h 160020"/>
                <a:gd name="connsiteX108" fmla="*/ 803910 w 1547812"/>
                <a:gd name="connsiteY108" fmla="*/ 53340 h 160020"/>
                <a:gd name="connsiteX109" fmla="*/ 810578 w 1547812"/>
                <a:gd name="connsiteY109" fmla="*/ 43815 h 160020"/>
                <a:gd name="connsiteX110" fmla="*/ 820103 w 1547812"/>
                <a:gd name="connsiteY110" fmla="*/ 37147 h 160020"/>
                <a:gd name="connsiteX111" fmla="*/ 831533 w 1547812"/>
                <a:gd name="connsiteY111" fmla="*/ 35243 h 160020"/>
                <a:gd name="connsiteX112" fmla="*/ 839153 w 1547812"/>
                <a:gd name="connsiteY112" fmla="*/ 36195 h 160020"/>
                <a:gd name="connsiteX113" fmla="*/ 844868 w 1547812"/>
                <a:gd name="connsiteY113" fmla="*/ 40005 h 160020"/>
                <a:gd name="connsiteX114" fmla="*/ 848678 w 1547812"/>
                <a:gd name="connsiteY114" fmla="*/ 47625 h 160020"/>
                <a:gd name="connsiteX115" fmla="*/ 849630 w 1547812"/>
                <a:gd name="connsiteY115" fmla="*/ 60960 h 160020"/>
                <a:gd name="connsiteX116" fmla="*/ 849630 w 1547812"/>
                <a:gd name="connsiteY116" fmla="*/ 155258 h 160020"/>
                <a:gd name="connsiteX117" fmla="*/ 889635 w 1547812"/>
                <a:gd name="connsiteY117" fmla="*/ 155258 h 160020"/>
                <a:gd name="connsiteX118" fmla="*/ 889635 w 1547812"/>
                <a:gd name="connsiteY118" fmla="*/ 55245 h 160020"/>
                <a:gd name="connsiteX119" fmla="*/ 878205 w 1547812"/>
                <a:gd name="connsiteY119" fmla="*/ 14288 h 160020"/>
                <a:gd name="connsiteX120" fmla="*/ 843915 w 1547812"/>
                <a:gd name="connsiteY120" fmla="*/ 1905 h 160020"/>
                <a:gd name="connsiteX121" fmla="*/ 819150 w 1547812"/>
                <a:gd name="connsiteY121" fmla="*/ 7620 h 160020"/>
                <a:gd name="connsiteX122" fmla="*/ 797243 w 1547812"/>
                <a:gd name="connsiteY122" fmla="*/ 27623 h 160020"/>
                <a:gd name="connsiteX123" fmla="*/ 782955 w 1547812"/>
                <a:gd name="connsiteY123" fmla="*/ 8573 h 160020"/>
                <a:gd name="connsiteX124" fmla="*/ 756285 w 1547812"/>
                <a:gd name="connsiteY124" fmla="*/ 1905 h 160020"/>
                <a:gd name="connsiteX125" fmla="*/ 732473 w 1547812"/>
                <a:gd name="connsiteY125" fmla="*/ 7620 h 160020"/>
                <a:gd name="connsiteX126" fmla="*/ 713423 w 1547812"/>
                <a:gd name="connsiteY126" fmla="*/ 25718 h 160020"/>
                <a:gd name="connsiteX127" fmla="*/ 713423 w 1547812"/>
                <a:gd name="connsiteY127" fmla="*/ 5715 h 160020"/>
                <a:gd name="connsiteX128" fmla="*/ 674370 w 1547812"/>
                <a:gd name="connsiteY128" fmla="*/ 5715 h 160020"/>
                <a:gd name="connsiteX129" fmla="*/ 674370 w 1547812"/>
                <a:gd name="connsiteY129" fmla="*/ 155258 h 160020"/>
                <a:gd name="connsiteX130" fmla="*/ 541973 w 1547812"/>
                <a:gd name="connsiteY130" fmla="*/ 116205 h 160020"/>
                <a:gd name="connsiteX131" fmla="*/ 533400 w 1547812"/>
                <a:gd name="connsiteY131" fmla="*/ 80963 h 160020"/>
                <a:gd name="connsiteX132" fmla="*/ 541973 w 1547812"/>
                <a:gd name="connsiteY132" fmla="*/ 45720 h 160020"/>
                <a:gd name="connsiteX133" fmla="*/ 567690 w 1547812"/>
                <a:gd name="connsiteY133" fmla="*/ 33338 h 160020"/>
                <a:gd name="connsiteX134" fmla="*/ 593408 w 1547812"/>
                <a:gd name="connsiteY134" fmla="*/ 45720 h 160020"/>
                <a:gd name="connsiteX135" fmla="*/ 601980 w 1547812"/>
                <a:gd name="connsiteY135" fmla="*/ 80963 h 160020"/>
                <a:gd name="connsiteX136" fmla="*/ 593408 w 1547812"/>
                <a:gd name="connsiteY136" fmla="*/ 116205 h 160020"/>
                <a:gd name="connsiteX137" fmla="*/ 567690 w 1547812"/>
                <a:gd name="connsiteY137" fmla="*/ 128588 h 160020"/>
                <a:gd name="connsiteX138" fmla="*/ 541973 w 1547812"/>
                <a:gd name="connsiteY138" fmla="*/ 116205 h 160020"/>
                <a:gd name="connsiteX139" fmla="*/ 598170 w 1547812"/>
                <a:gd name="connsiteY139" fmla="*/ 154305 h 160020"/>
                <a:gd name="connsiteX140" fmla="*/ 621983 w 1547812"/>
                <a:gd name="connsiteY140" fmla="*/ 138113 h 160020"/>
                <a:gd name="connsiteX141" fmla="*/ 637223 w 1547812"/>
                <a:gd name="connsiteY141" fmla="*/ 113348 h 160020"/>
                <a:gd name="connsiteX142" fmla="*/ 642938 w 1547812"/>
                <a:gd name="connsiteY142" fmla="*/ 80010 h 160020"/>
                <a:gd name="connsiteX143" fmla="*/ 638175 w 1547812"/>
                <a:gd name="connsiteY143" fmla="*/ 46672 h 160020"/>
                <a:gd name="connsiteX144" fmla="*/ 622935 w 1547812"/>
                <a:gd name="connsiteY144" fmla="*/ 21908 h 160020"/>
                <a:gd name="connsiteX145" fmla="*/ 599123 w 1547812"/>
                <a:gd name="connsiteY145" fmla="*/ 6668 h 160020"/>
                <a:gd name="connsiteX146" fmla="*/ 567690 w 1547812"/>
                <a:gd name="connsiteY146" fmla="*/ 953 h 160020"/>
                <a:gd name="connsiteX147" fmla="*/ 536258 w 1547812"/>
                <a:gd name="connsiteY147" fmla="*/ 6668 h 160020"/>
                <a:gd name="connsiteX148" fmla="*/ 512445 w 1547812"/>
                <a:gd name="connsiteY148" fmla="*/ 21908 h 160020"/>
                <a:gd name="connsiteX149" fmla="*/ 497205 w 1547812"/>
                <a:gd name="connsiteY149" fmla="*/ 46672 h 160020"/>
                <a:gd name="connsiteX150" fmla="*/ 491490 w 1547812"/>
                <a:gd name="connsiteY150" fmla="*/ 80010 h 160020"/>
                <a:gd name="connsiteX151" fmla="*/ 511492 w 1547812"/>
                <a:gd name="connsiteY151" fmla="*/ 139065 h 160020"/>
                <a:gd name="connsiteX152" fmla="*/ 566738 w 1547812"/>
                <a:gd name="connsiteY152" fmla="*/ 160020 h 160020"/>
                <a:gd name="connsiteX153" fmla="*/ 598170 w 1547812"/>
                <a:gd name="connsiteY153" fmla="*/ 154305 h 160020"/>
                <a:gd name="connsiteX154" fmla="*/ 429578 w 1547812"/>
                <a:gd name="connsiteY154" fmla="*/ 100965 h 160020"/>
                <a:gd name="connsiteX155" fmla="*/ 421958 w 1547812"/>
                <a:gd name="connsiteY155" fmla="*/ 120968 h 160020"/>
                <a:gd name="connsiteX156" fmla="*/ 403860 w 1547812"/>
                <a:gd name="connsiteY156" fmla="*/ 127635 h 160020"/>
                <a:gd name="connsiteX157" fmla="*/ 388620 w 1547812"/>
                <a:gd name="connsiteY157" fmla="*/ 123825 h 160020"/>
                <a:gd name="connsiteX158" fmla="*/ 379095 w 1547812"/>
                <a:gd name="connsiteY158" fmla="*/ 113348 h 160020"/>
                <a:gd name="connsiteX159" fmla="*/ 374333 w 1547812"/>
                <a:gd name="connsiteY159" fmla="*/ 98108 h 160020"/>
                <a:gd name="connsiteX160" fmla="*/ 372428 w 1547812"/>
                <a:gd name="connsiteY160" fmla="*/ 80010 h 160020"/>
                <a:gd name="connsiteX161" fmla="*/ 374333 w 1547812"/>
                <a:gd name="connsiteY161" fmla="*/ 62865 h 160020"/>
                <a:gd name="connsiteX162" fmla="*/ 379095 w 1547812"/>
                <a:gd name="connsiteY162" fmla="*/ 47625 h 160020"/>
                <a:gd name="connsiteX163" fmla="*/ 388620 w 1547812"/>
                <a:gd name="connsiteY163" fmla="*/ 37147 h 160020"/>
                <a:gd name="connsiteX164" fmla="*/ 403860 w 1547812"/>
                <a:gd name="connsiteY164" fmla="*/ 33338 h 160020"/>
                <a:gd name="connsiteX165" fmla="*/ 421958 w 1547812"/>
                <a:gd name="connsiteY165" fmla="*/ 40005 h 160020"/>
                <a:gd name="connsiteX166" fmla="*/ 428625 w 1547812"/>
                <a:gd name="connsiteY166" fmla="*/ 58103 h 160020"/>
                <a:gd name="connsiteX167" fmla="*/ 468630 w 1547812"/>
                <a:gd name="connsiteY167" fmla="*/ 52388 h 160020"/>
                <a:gd name="connsiteX168" fmla="*/ 462915 w 1547812"/>
                <a:gd name="connsiteY168" fmla="*/ 31433 h 160020"/>
                <a:gd name="connsiteX169" fmla="*/ 450533 w 1547812"/>
                <a:gd name="connsiteY169" fmla="*/ 15240 h 160020"/>
                <a:gd name="connsiteX170" fmla="*/ 431483 w 1547812"/>
                <a:gd name="connsiteY170" fmla="*/ 4763 h 160020"/>
                <a:gd name="connsiteX171" fmla="*/ 404813 w 1547812"/>
                <a:gd name="connsiteY171" fmla="*/ 953 h 160020"/>
                <a:gd name="connsiteX172" fmla="*/ 373380 w 1547812"/>
                <a:gd name="connsiteY172" fmla="*/ 6668 h 160020"/>
                <a:gd name="connsiteX173" fmla="*/ 350520 w 1547812"/>
                <a:gd name="connsiteY173" fmla="*/ 22860 h 160020"/>
                <a:gd name="connsiteX174" fmla="*/ 336233 w 1547812"/>
                <a:gd name="connsiteY174" fmla="*/ 47625 h 160020"/>
                <a:gd name="connsiteX175" fmla="*/ 331470 w 1547812"/>
                <a:gd name="connsiteY175" fmla="*/ 80010 h 160020"/>
                <a:gd name="connsiteX176" fmla="*/ 336233 w 1547812"/>
                <a:gd name="connsiteY176" fmla="*/ 112395 h 160020"/>
                <a:gd name="connsiteX177" fmla="*/ 349567 w 1547812"/>
                <a:gd name="connsiteY177" fmla="*/ 137160 h 160020"/>
                <a:gd name="connsiteX178" fmla="*/ 372428 w 1547812"/>
                <a:gd name="connsiteY178" fmla="*/ 153353 h 160020"/>
                <a:gd name="connsiteX179" fmla="*/ 404813 w 1547812"/>
                <a:gd name="connsiteY179" fmla="*/ 159068 h 160020"/>
                <a:gd name="connsiteX180" fmla="*/ 453390 w 1547812"/>
                <a:gd name="connsiteY180" fmla="*/ 142875 h 160020"/>
                <a:gd name="connsiteX181" fmla="*/ 471488 w 1547812"/>
                <a:gd name="connsiteY181" fmla="*/ 100013 h 160020"/>
                <a:gd name="connsiteX182" fmla="*/ 429578 w 1547812"/>
                <a:gd name="connsiteY182" fmla="*/ 100013 h 160020"/>
                <a:gd name="connsiteX183" fmla="*/ 203835 w 1547812"/>
                <a:gd name="connsiteY183" fmla="*/ 63818 h 160020"/>
                <a:gd name="connsiteX184" fmla="*/ 206692 w 1547812"/>
                <a:gd name="connsiteY184" fmla="*/ 51435 h 160020"/>
                <a:gd name="connsiteX185" fmla="*/ 213360 w 1547812"/>
                <a:gd name="connsiteY185" fmla="*/ 40958 h 160020"/>
                <a:gd name="connsiteX186" fmla="*/ 223838 w 1547812"/>
                <a:gd name="connsiteY186" fmla="*/ 34290 h 160020"/>
                <a:gd name="connsiteX187" fmla="*/ 238125 w 1547812"/>
                <a:gd name="connsiteY187" fmla="*/ 31433 h 160020"/>
                <a:gd name="connsiteX188" fmla="*/ 261938 w 1547812"/>
                <a:gd name="connsiteY188" fmla="*/ 40005 h 160020"/>
                <a:gd name="connsiteX189" fmla="*/ 269558 w 1547812"/>
                <a:gd name="connsiteY189" fmla="*/ 63818 h 160020"/>
                <a:gd name="connsiteX190" fmla="*/ 203835 w 1547812"/>
                <a:gd name="connsiteY190" fmla="*/ 63818 h 160020"/>
                <a:gd name="connsiteX191" fmla="*/ 266700 w 1547812"/>
                <a:gd name="connsiteY191" fmla="*/ 108585 h 160020"/>
                <a:gd name="connsiteX192" fmla="*/ 239077 w 1547812"/>
                <a:gd name="connsiteY192" fmla="*/ 128588 h 160020"/>
                <a:gd name="connsiteX193" fmla="*/ 213360 w 1547812"/>
                <a:gd name="connsiteY193" fmla="*/ 118110 h 160020"/>
                <a:gd name="connsiteX194" fmla="*/ 203835 w 1547812"/>
                <a:gd name="connsiteY194" fmla="*/ 89535 h 160020"/>
                <a:gd name="connsiteX195" fmla="*/ 307658 w 1547812"/>
                <a:gd name="connsiteY195" fmla="*/ 89535 h 160020"/>
                <a:gd name="connsiteX196" fmla="*/ 307658 w 1547812"/>
                <a:gd name="connsiteY196" fmla="*/ 73343 h 160020"/>
                <a:gd name="connsiteX197" fmla="*/ 290513 w 1547812"/>
                <a:gd name="connsiteY197" fmla="*/ 20003 h 160020"/>
                <a:gd name="connsiteX198" fmla="*/ 239077 w 1547812"/>
                <a:gd name="connsiteY198" fmla="*/ 0 h 160020"/>
                <a:gd name="connsiteX199" fmla="*/ 208598 w 1547812"/>
                <a:gd name="connsiteY199" fmla="*/ 5715 h 160020"/>
                <a:gd name="connsiteX200" fmla="*/ 184785 w 1547812"/>
                <a:gd name="connsiteY200" fmla="*/ 20955 h 160020"/>
                <a:gd name="connsiteX201" fmla="*/ 169545 w 1547812"/>
                <a:gd name="connsiteY201" fmla="*/ 45720 h 160020"/>
                <a:gd name="connsiteX202" fmla="*/ 163830 w 1547812"/>
                <a:gd name="connsiteY202" fmla="*/ 79058 h 160020"/>
                <a:gd name="connsiteX203" fmla="*/ 182880 w 1547812"/>
                <a:gd name="connsiteY203" fmla="*/ 137160 h 160020"/>
                <a:gd name="connsiteX204" fmla="*/ 239077 w 1547812"/>
                <a:gd name="connsiteY204" fmla="*/ 158115 h 160020"/>
                <a:gd name="connsiteX205" fmla="*/ 285750 w 1547812"/>
                <a:gd name="connsiteY205" fmla="*/ 144780 h 160020"/>
                <a:gd name="connsiteX206" fmla="*/ 305753 w 1547812"/>
                <a:gd name="connsiteY206" fmla="*/ 106680 h 160020"/>
                <a:gd name="connsiteX207" fmla="*/ 266700 w 1547812"/>
                <a:gd name="connsiteY207" fmla="*/ 106680 h 160020"/>
                <a:gd name="connsiteX208" fmla="*/ 97155 w 1547812"/>
                <a:gd name="connsiteY208" fmla="*/ 96203 h 160020"/>
                <a:gd name="connsiteX209" fmla="*/ 93345 w 1547812"/>
                <a:gd name="connsiteY209" fmla="*/ 111443 h 160020"/>
                <a:gd name="connsiteX210" fmla="*/ 84773 w 1547812"/>
                <a:gd name="connsiteY210" fmla="*/ 121920 h 160020"/>
                <a:gd name="connsiteX211" fmla="*/ 60007 w 1547812"/>
                <a:gd name="connsiteY211" fmla="*/ 129540 h 160020"/>
                <a:gd name="connsiteX212" fmla="*/ 45720 w 1547812"/>
                <a:gd name="connsiteY212" fmla="*/ 124778 h 160020"/>
                <a:gd name="connsiteX213" fmla="*/ 40957 w 1547812"/>
                <a:gd name="connsiteY213" fmla="*/ 113348 h 160020"/>
                <a:gd name="connsiteX214" fmla="*/ 42863 w 1547812"/>
                <a:gd name="connsiteY214" fmla="*/ 104775 h 160020"/>
                <a:gd name="connsiteX215" fmla="*/ 48577 w 1547812"/>
                <a:gd name="connsiteY215" fmla="*/ 98108 h 160020"/>
                <a:gd name="connsiteX216" fmla="*/ 60007 w 1547812"/>
                <a:gd name="connsiteY216" fmla="*/ 93345 h 160020"/>
                <a:gd name="connsiteX217" fmla="*/ 80010 w 1547812"/>
                <a:gd name="connsiteY217" fmla="*/ 90488 h 160020"/>
                <a:gd name="connsiteX218" fmla="*/ 98107 w 1547812"/>
                <a:gd name="connsiteY218" fmla="*/ 89535 h 160020"/>
                <a:gd name="connsiteX219" fmla="*/ 98107 w 1547812"/>
                <a:gd name="connsiteY219" fmla="*/ 96203 h 160020"/>
                <a:gd name="connsiteX220" fmla="*/ 98107 w 1547812"/>
                <a:gd name="connsiteY220" fmla="*/ 155258 h 160020"/>
                <a:gd name="connsiteX221" fmla="*/ 136208 w 1547812"/>
                <a:gd name="connsiteY221" fmla="*/ 155258 h 160020"/>
                <a:gd name="connsiteX222" fmla="*/ 136208 w 1547812"/>
                <a:gd name="connsiteY222" fmla="*/ 60960 h 160020"/>
                <a:gd name="connsiteX223" fmla="*/ 133350 w 1547812"/>
                <a:gd name="connsiteY223" fmla="*/ 36195 h 160020"/>
                <a:gd name="connsiteX224" fmla="*/ 122873 w 1547812"/>
                <a:gd name="connsiteY224" fmla="*/ 17145 h 160020"/>
                <a:gd name="connsiteX225" fmla="*/ 103823 w 1547812"/>
                <a:gd name="connsiteY225" fmla="*/ 5715 h 160020"/>
                <a:gd name="connsiteX226" fmla="*/ 74295 w 1547812"/>
                <a:gd name="connsiteY226" fmla="*/ 1905 h 160020"/>
                <a:gd name="connsiteX227" fmla="*/ 29527 w 1547812"/>
                <a:gd name="connsiteY227" fmla="*/ 12383 h 160020"/>
                <a:gd name="connsiteX228" fmla="*/ 8573 w 1547812"/>
                <a:gd name="connsiteY228" fmla="*/ 46672 h 160020"/>
                <a:gd name="connsiteX229" fmla="*/ 44768 w 1547812"/>
                <a:gd name="connsiteY229" fmla="*/ 50483 h 160020"/>
                <a:gd name="connsiteX230" fmla="*/ 71438 w 1547812"/>
                <a:gd name="connsiteY230" fmla="*/ 32385 h 160020"/>
                <a:gd name="connsiteX231" fmla="*/ 89535 w 1547812"/>
                <a:gd name="connsiteY231" fmla="*/ 37147 h 160020"/>
                <a:gd name="connsiteX232" fmla="*/ 97155 w 1547812"/>
                <a:gd name="connsiteY232" fmla="*/ 56197 h 160020"/>
                <a:gd name="connsiteX233" fmla="*/ 97155 w 1547812"/>
                <a:gd name="connsiteY233" fmla="*/ 62865 h 160020"/>
                <a:gd name="connsiteX234" fmla="*/ 78105 w 1547812"/>
                <a:gd name="connsiteY234" fmla="*/ 63818 h 160020"/>
                <a:gd name="connsiteX235" fmla="*/ 49530 w 1547812"/>
                <a:gd name="connsiteY235" fmla="*/ 66675 h 160020"/>
                <a:gd name="connsiteX236" fmla="*/ 24765 w 1547812"/>
                <a:gd name="connsiteY236" fmla="*/ 74295 h 160020"/>
                <a:gd name="connsiteX237" fmla="*/ 6668 w 1547812"/>
                <a:gd name="connsiteY237" fmla="*/ 89535 h 160020"/>
                <a:gd name="connsiteX238" fmla="*/ 0 w 1547812"/>
                <a:gd name="connsiteY238" fmla="*/ 114300 h 160020"/>
                <a:gd name="connsiteX239" fmla="*/ 3810 w 1547812"/>
                <a:gd name="connsiteY239" fmla="*/ 134303 h 160020"/>
                <a:gd name="connsiteX240" fmla="*/ 14288 w 1547812"/>
                <a:gd name="connsiteY240" fmla="*/ 148590 h 160020"/>
                <a:gd name="connsiteX241" fmla="*/ 29527 w 1547812"/>
                <a:gd name="connsiteY241" fmla="*/ 156210 h 160020"/>
                <a:gd name="connsiteX242" fmla="*/ 48577 w 1547812"/>
                <a:gd name="connsiteY242" fmla="*/ 159068 h 160020"/>
                <a:gd name="connsiteX243" fmla="*/ 77152 w 1547812"/>
                <a:gd name="connsiteY243" fmla="*/ 152400 h 160020"/>
                <a:gd name="connsiteX244" fmla="*/ 97155 w 1547812"/>
                <a:gd name="connsiteY244" fmla="*/ 136208 h 160020"/>
                <a:gd name="connsiteX245" fmla="*/ 97155 w 1547812"/>
                <a:gd name="connsiteY245" fmla="*/ 155258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1547812" h="160020">
                  <a:moveTo>
                    <a:pt x="1329690" y="155258"/>
                  </a:moveTo>
                  <a:lnTo>
                    <a:pt x="1369695" y="155258"/>
                  </a:lnTo>
                  <a:lnTo>
                    <a:pt x="1369695" y="65723"/>
                  </a:lnTo>
                  <a:cubicBezTo>
                    <a:pt x="1369695" y="60960"/>
                    <a:pt x="1370648" y="57150"/>
                    <a:pt x="1372553" y="53340"/>
                  </a:cubicBezTo>
                  <a:cubicBezTo>
                    <a:pt x="1374458" y="49530"/>
                    <a:pt x="1376363" y="46672"/>
                    <a:pt x="1379220" y="43815"/>
                  </a:cubicBezTo>
                  <a:cubicBezTo>
                    <a:pt x="1382078" y="40958"/>
                    <a:pt x="1385888" y="38100"/>
                    <a:pt x="1388745" y="37147"/>
                  </a:cubicBezTo>
                  <a:cubicBezTo>
                    <a:pt x="1392555" y="36195"/>
                    <a:pt x="1395413" y="35243"/>
                    <a:pt x="1400175" y="35243"/>
                  </a:cubicBezTo>
                  <a:cubicBezTo>
                    <a:pt x="1403033" y="35243"/>
                    <a:pt x="1404938" y="35243"/>
                    <a:pt x="1407795" y="36195"/>
                  </a:cubicBezTo>
                  <a:cubicBezTo>
                    <a:pt x="1409700" y="37147"/>
                    <a:pt x="1411605" y="38100"/>
                    <a:pt x="1413510" y="40005"/>
                  </a:cubicBezTo>
                  <a:cubicBezTo>
                    <a:pt x="1415415" y="41910"/>
                    <a:pt x="1416368" y="44768"/>
                    <a:pt x="1417320" y="47625"/>
                  </a:cubicBezTo>
                  <a:cubicBezTo>
                    <a:pt x="1418273" y="51435"/>
                    <a:pt x="1419225" y="55245"/>
                    <a:pt x="1419225" y="60960"/>
                  </a:cubicBezTo>
                  <a:lnTo>
                    <a:pt x="1419225" y="155258"/>
                  </a:lnTo>
                  <a:lnTo>
                    <a:pt x="1459230" y="155258"/>
                  </a:lnTo>
                  <a:lnTo>
                    <a:pt x="1459230" y="63818"/>
                  </a:lnTo>
                  <a:cubicBezTo>
                    <a:pt x="1459230" y="60008"/>
                    <a:pt x="1460183" y="56197"/>
                    <a:pt x="1462088" y="53340"/>
                  </a:cubicBezTo>
                  <a:cubicBezTo>
                    <a:pt x="1463993" y="49530"/>
                    <a:pt x="1465898" y="46672"/>
                    <a:pt x="1468755" y="43815"/>
                  </a:cubicBezTo>
                  <a:cubicBezTo>
                    <a:pt x="1471613" y="40958"/>
                    <a:pt x="1475423" y="38100"/>
                    <a:pt x="1478280" y="37147"/>
                  </a:cubicBezTo>
                  <a:cubicBezTo>
                    <a:pt x="1481138" y="36195"/>
                    <a:pt x="1484948" y="35243"/>
                    <a:pt x="1489710" y="35243"/>
                  </a:cubicBezTo>
                  <a:cubicBezTo>
                    <a:pt x="1492568" y="35243"/>
                    <a:pt x="1494473" y="35243"/>
                    <a:pt x="1497330" y="36195"/>
                  </a:cubicBezTo>
                  <a:cubicBezTo>
                    <a:pt x="1499235" y="37147"/>
                    <a:pt x="1501140" y="38100"/>
                    <a:pt x="1503045" y="40005"/>
                  </a:cubicBezTo>
                  <a:cubicBezTo>
                    <a:pt x="1504950" y="41910"/>
                    <a:pt x="1505903" y="44768"/>
                    <a:pt x="1506855" y="47625"/>
                  </a:cubicBezTo>
                  <a:cubicBezTo>
                    <a:pt x="1507808" y="51435"/>
                    <a:pt x="1507808" y="55245"/>
                    <a:pt x="1507808" y="60960"/>
                  </a:cubicBezTo>
                  <a:lnTo>
                    <a:pt x="1507808" y="155258"/>
                  </a:lnTo>
                  <a:lnTo>
                    <a:pt x="1547813" y="155258"/>
                  </a:lnTo>
                  <a:lnTo>
                    <a:pt x="1547813" y="55245"/>
                  </a:lnTo>
                  <a:cubicBezTo>
                    <a:pt x="1547813" y="36195"/>
                    <a:pt x="1544003" y="22860"/>
                    <a:pt x="1536383" y="14288"/>
                  </a:cubicBezTo>
                  <a:cubicBezTo>
                    <a:pt x="1528763" y="5715"/>
                    <a:pt x="1517333" y="1905"/>
                    <a:pt x="1502093" y="1905"/>
                  </a:cubicBezTo>
                  <a:cubicBezTo>
                    <a:pt x="1492568" y="1905"/>
                    <a:pt x="1484948" y="3810"/>
                    <a:pt x="1477328" y="7620"/>
                  </a:cubicBezTo>
                  <a:cubicBezTo>
                    <a:pt x="1469708" y="11430"/>
                    <a:pt x="1462088" y="18098"/>
                    <a:pt x="1455420" y="27623"/>
                  </a:cubicBezTo>
                  <a:cubicBezTo>
                    <a:pt x="1452563" y="19050"/>
                    <a:pt x="1447800" y="12383"/>
                    <a:pt x="1441133" y="8573"/>
                  </a:cubicBezTo>
                  <a:cubicBezTo>
                    <a:pt x="1434465" y="4763"/>
                    <a:pt x="1425893" y="1905"/>
                    <a:pt x="1414463" y="1905"/>
                  </a:cubicBezTo>
                  <a:cubicBezTo>
                    <a:pt x="1405890" y="1905"/>
                    <a:pt x="1398270" y="3810"/>
                    <a:pt x="1390650" y="7620"/>
                  </a:cubicBezTo>
                  <a:cubicBezTo>
                    <a:pt x="1383030" y="11430"/>
                    <a:pt x="1376363" y="18098"/>
                    <a:pt x="1371600" y="25718"/>
                  </a:cubicBezTo>
                  <a:lnTo>
                    <a:pt x="1371600" y="5715"/>
                  </a:lnTo>
                  <a:lnTo>
                    <a:pt x="1332548" y="5715"/>
                  </a:lnTo>
                  <a:lnTo>
                    <a:pt x="1332548" y="155258"/>
                  </a:lnTo>
                  <a:close/>
                  <a:moveTo>
                    <a:pt x="1199198" y="116205"/>
                  </a:moveTo>
                  <a:cubicBezTo>
                    <a:pt x="1193483" y="108585"/>
                    <a:pt x="1190625" y="96203"/>
                    <a:pt x="1190625" y="80963"/>
                  </a:cubicBezTo>
                  <a:cubicBezTo>
                    <a:pt x="1190625" y="65723"/>
                    <a:pt x="1193483" y="54293"/>
                    <a:pt x="1199198" y="45720"/>
                  </a:cubicBezTo>
                  <a:cubicBezTo>
                    <a:pt x="1204913" y="37147"/>
                    <a:pt x="1213485" y="33338"/>
                    <a:pt x="1224915" y="33338"/>
                  </a:cubicBezTo>
                  <a:cubicBezTo>
                    <a:pt x="1236345" y="33338"/>
                    <a:pt x="1244918" y="37147"/>
                    <a:pt x="1250633" y="45720"/>
                  </a:cubicBezTo>
                  <a:cubicBezTo>
                    <a:pt x="1256348" y="54293"/>
                    <a:pt x="1259205" y="65723"/>
                    <a:pt x="1259205" y="80963"/>
                  </a:cubicBezTo>
                  <a:cubicBezTo>
                    <a:pt x="1259205" y="96203"/>
                    <a:pt x="1256348" y="107633"/>
                    <a:pt x="1250633" y="116205"/>
                  </a:cubicBezTo>
                  <a:cubicBezTo>
                    <a:pt x="1244918" y="124778"/>
                    <a:pt x="1236345" y="128588"/>
                    <a:pt x="1224915" y="128588"/>
                  </a:cubicBezTo>
                  <a:cubicBezTo>
                    <a:pt x="1213485" y="127635"/>
                    <a:pt x="1204913" y="123825"/>
                    <a:pt x="1199198" y="116205"/>
                  </a:cubicBezTo>
                  <a:moveTo>
                    <a:pt x="1256348" y="154305"/>
                  </a:moveTo>
                  <a:cubicBezTo>
                    <a:pt x="1265873" y="150495"/>
                    <a:pt x="1273493" y="145733"/>
                    <a:pt x="1280160" y="138113"/>
                  </a:cubicBezTo>
                  <a:cubicBezTo>
                    <a:pt x="1286828" y="131445"/>
                    <a:pt x="1291590" y="122873"/>
                    <a:pt x="1295400" y="113348"/>
                  </a:cubicBezTo>
                  <a:cubicBezTo>
                    <a:pt x="1299210" y="103823"/>
                    <a:pt x="1301115" y="92393"/>
                    <a:pt x="1301115" y="80010"/>
                  </a:cubicBezTo>
                  <a:cubicBezTo>
                    <a:pt x="1301115" y="67628"/>
                    <a:pt x="1299210" y="57150"/>
                    <a:pt x="1296353" y="46672"/>
                  </a:cubicBezTo>
                  <a:cubicBezTo>
                    <a:pt x="1293495" y="36195"/>
                    <a:pt x="1287780" y="28575"/>
                    <a:pt x="1281113" y="21908"/>
                  </a:cubicBezTo>
                  <a:cubicBezTo>
                    <a:pt x="1274445" y="15240"/>
                    <a:pt x="1266825" y="9525"/>
                    <a:pt x="1257300" y="6668"/>
                  </a:cubicBezTo>
                  <a:cubicBezTo>
                    <a:pt x="1247775" y="2858"/>
                    <a:pt x="1237298" y="953"/>
                    <a:pt x="1225868" y="953"/>
                  </a:cubicBezTo>
                  <a:cubicBezTo>
                    <a:pt x="1214438" y="953"/>
                    <a:pt x="1203960" y="2858"/>
                    <a:pt x="1194435" y="6668"/>
                  </a:cubicBezTo>
                  <a:cubicBezTo>
                    <a:pt x="1184910" y="10478"/>
                    <a:pt x="1177290" y="15240"/>
                    <a:pt x="1170623" y="21908"/>
                  </a:cubicBezTo>
                  <a:cubicBezTo>
                    <a:pt x="1163955" y="28575"/>
                    <a:pt x="1159193" y="37147"/>
                    <a:pt x="1155383" y="46672"/>
                  </a:cubicBezTo>
                  <a:cubicBezTo>
                    <a:pt x="1151573" y="56197"/>
                    <a:pt x="1149668" y="67628"/>
                    <a:pt x="1149668" y="80010"/>
                  </a:cubicBezTo>
                  <a:cubicBezTo>
                    <a:pt x="1149668" y="105728"/>
                    <a:pt x="1156335" y="124778"/>
                    <a:pt x="1169670" y="139065"/>
                  </a:cubicBezTo>
                  <a:cubicBezTo>
                    <a:pt x="1183005" y="152400"/>
                    <a:pt x="1201103" y="160020"/>
                    <a:pt x="1225868" y="160020"/>
                  </a:cubicBezTo>
                  <a:cubicBezTo>
                    <a:pt x="1236345" y="160020"/>
                    <a:pt x="1246823" y="158115"/>
                    <a:pt x="1256348" y="154305"/>
                  </a:cubicBezTo>
                  <a:moveTo>
                    <a:pt x="1086803" y="100965"/>
                  </a:moveTo>
                  <a:cubicBezTo>
                    <a:pt x="1085850" y="109538"/>
                    <a:pt x="1083945" y="116205"/>
                    <a:pt x="1079183" y="120968"/>
                  </a:cubicBezTo>
                  <a:cubicBezTo>
                    <a:pt x="1074420" y="125730"/>
                    <a:pt x="1068705" y="127635"/>
                    <a:pt x="1061085" y="127635"/>
                  </a:cubicBezTo>
                  <a:cubicBezTo>
                    <a:pt x="1055370" y="127635"/>
                    <a:pt x="1049655" y="126683"/>
                    <a:pt x="1045845" y="123825"/>
                  </a:cubicBezTo>
                  <a:cubicBezTo>
                    <a:pt x="1042035" y="120968"/>
                    <a:pt x="1038225" y="118110"/>
                    <a:pt x="1036320" y="113348"/>
                  </a:cubicBezTo>
                  <a:cubicBezTo>
                    <a:pt x="1034415" y="108585"/>
                    <a:pt x="1032510" y="103823"/>
                    <a:pt x="1031558" y="98108"/>
                  </a:cubicBezTo>
                  <a:cubicBezTo>
                    <a:pt x="1030605" y="92393"/>
                    <a:pt x="1029653" y="86678"/>
                    <a:pt x="1029653" y="80010"/>
                  </a:cubicBezTo>
                  <a:cubicBezTo>
                    <a:pt x="1029653" y="74295"/>
                    <a:pt x="1030605" y="67628"/>
                    <a:pt x="1031558" y="62865"/>
                  </a:cubicBezTo>
                  <a:cubicBezTo>
                    <a:pt x="1032510" y="57150"/>
                    <a:pt x="1034415" y="52388"/>
                    <a:pt x="1036320" y="47625"/>
                  </a:cubicBezTo>
                  <a:cubicBezTo>
                    <a:pt x="1038225" y="42863"/>
                    <a:pt x="1042035" y="40005"/>
                    <a:pt x="1045845" y="37147"/>
                  </a:cubicBezTo>
                  <a:cubicBezTo>
                    <a:pt x="1049655" y="34290"/>
                    <a:pt x="1054418" y="33338"/>
                    <a:pt x="1061085" y="33338"/>
                  </a:cubicBezTo>
                  <a:cubicBezTo>
                    <a:pt x="1069658" y="33338"/>
                    <a:pt x="1075373" y="35243"/>
                    <a:pt x="1079183" y="40005"/>
                  </a:cubicBezTo>
                  <a:cubicBezTo>
                    <a:pt x="1082993" y="44768"/>
                    <a:pt x="1084898" y="50483"/>
                    <a:pt x="1085850" y="58103"/>
                  </a:cubicBezTo>
                  <a:lnTo>
                    <a:pt x="1125855" y="52388"/>
                  </a:lnTo>
                  <a:cubicBezTo>
                    <a:pt x="1124903" y="44768"/>
                    <a:pt x="1122998" y="38100"/>
                    <a:pt x="1120140" y="31433"/>
                  </a:cubicBezTo>
                  <a:cubicBezTo>
                    <a:pt x="1117283" y="24765"/>
                    <a:pt x="1113473" y="20003"/>
                    <a:pt x="1107758" y="15240"/>
                  </a:cubicBezTo>
                  <a:cubicBezTo>
                    <a:pt x="1102995" y="10478"/>
                    <a:pt x="1096328" y="6668"/>
                    <a:pt x="1088708" y="4763"/>
                  </a:cubicBezTo>
                  <a:cubicBezTo>
                    <a:pt x="1081088" y="1905"/>
                    <a:pt x="1072515" y="953"/>
                    <a:pt x="1062038" y="953"/>
                  </a:cubicBezTo>
                  <a:cubicBezTo>
                    <a:pt x="1050608" y="953"/>
                    <a:pt x="1040130" y="2858"/>
                    <a:pt x="1030605" y="6668"/>
                  </a:cubicBezTo>
                  <a:cubicBezTo>
                    <a:pt x="1021080" y="10478"/>
                    <a:pt x="1013460" y="16193"/>
                    <a:pt x="1007745" y="22860"/>
                  </a:cubicBezTo>
                  <a:cubicBezTo>
                    <a:pt x="1001078" y="29528"/>
                    <a:pt x="996315" y="38100"/>
                    <a:pt x="993458" y="47625"/>
                  </a:cubicBezTo>
                  <a:cubicBezTo>
                    <a:pt x="990600" y="57150"/>
                    <a:pt x="988695" y="68580"/>
                    <a:pt x="988695" y="80010"/>
                  </a:cubicBezTo>
                  <a:cubicBezTo>
                    <a:pt x="988695" y="91440"/>
                    <a:pt x="989647" y="102870"/>
                    <a:pt x="992505" y="112395"/>
                  </a:cubicBezTo>
                  <a:cubicBezTo>
                    <a:pt x="995363" y="121920"/>
                    <a:pt x="1000125" y="130493"/>
                    <a:pt x="1005840" y="137160"/>
                  </a:cubicBezTo>
                  <a:cubicBezTo>
                    <a:pt x="1011555" y="143828"/>
                    <a:pt x="1019175" y="149543"/>
                    <a:pt x="1028700" y="153353"/>
                  </a:cubicBezTo>
                  <a:cubicBezTo>
                    <a:pt x="1038225" y="157163"/>
                    <a:pt x="1048703" y="159068"/>
                    <a:pt x="1061085" y="159068"/>
                  </a:cubicBezTo>
                  <a:cubicBezTo>
                    <a:pt x="1082993" y="159068"/>
                    <a:pt x="1099185" y="153353"/>
                    <a:pt x="1109663" y="142875"/>
                  </a:cubicBezTo>
                  <a:cubicBezTo>
                    <a:pt x="1120140" y="132398"/>
                    <a:pt x="1126808" y="118110"/>
                    <a:pt x="1127760" y="100013"/>
                  </a:cubicBezTo>
                  <a:lnTo>
                    <a:pt x="1086803" y="100013"/>
                  </a:lnTo>
                  <a:close/>
                  <a:moveTo>
                    <a:pt x="921068" y="155258"/>
                  </a:moveTo>
                  <a:lnTo>
                    <a:pt x="962025" y="155258"/>
                  </a:lnTo>
                  <a:lnTo>
                    <a:pt x="962025" y="109538"/>
                  </a:lnTo>
                  <a:lnTo>
                    <a:pt x="921068" y="109538"/>
                  </a:lnTo>
                  <a:lnTo>
                    <a:pt x="921068" y="155258"/>
                  </a:lnTo>
                  <a:close/>
                  <a:moveTo>
                    <a:pt x="671513" y="155258"/>
                  </a:moveTo>
                  <a:lnTo>
                    <a:pt x="711518" y="155258"/>
                  </a:lnTo>
                  <a:lnTo>
                    <a:pt x="711518" y="65723"/>
                  </a:lnTo>
                  <a:cubicBezTo>
                    <a:pt x="711518" y="60960"/>
                    <a:pt x="712470" y="57150"/>
                    <a:pt x="714375" y="53340"/>
                  </a:cubicBezTo>
                  <a:cubicBezTo>
                    <a:pt x="716280" y="49530"/>
                    <a:pt x="718185" y="46672"/>
                    <a:pt x="721043" y="43815"/>
                  </a:cubicBezTo>
                  <a:cubicBezTo>
                    <a:pt x="723900" y="40958"/>
                    <a:pt x="727710" y="38100"/>
                    <a:pt x="730568" y="37147"/>
                  </a:cubicBezTo>
                  <a:cubicBezTo>
                    <a:pt x="734378" y="36195"/>
                    <a:pt x="737235" y="35243"/>
                    <a:pt x="741998" y="35243"/>
                  </a:cubicBezTo>
                  <a:cubicBezTo>
                    <a:pt x="744855" y="35243"/>
                    <a:pt x="746760" y="35243"/>
                    <a:pt x="749618" y="36195"/>
                  </a:cubicBezTo>
                  <a:cubicBezTo>
                    <a:pt x="751523" y="37147"/>
                    <a:pt x="753428" y="38100"/>
                    <a:pt x="755333" y="40005"/>
                  </a:cubicBezTo>
                  <a:cubicBezTo>
                    <a:pt x="757238" y="41910"/>
                    <a:pt x="758190" y="44768"/>
                    <a:pt x="759143" y="47625"/>
                  </a:cubicBezTo>
                  <a:cubicBezTo>
                    <a:pt x="760095" y="51435"/>
                    <a:pt x="761048" y="55245"/>
                    <a:pt x="761048" y="60960"/>
                  </a:cubicBezTo>
                  <a:lnTo>
                    <a:pt x="761048" y="155258"/>
                  </a:lnTo>
                  <a:lnTo>
                    <a:pt x="801053" y="155258"/>
                  </a:lnTo>
                  <a:lnTo>
                    <a:pt x="801053" y="63818"/>
                  </a:lnTo>
                  <a:cubicBezTo>
                    <a:pt x="801053" y="60008"/>
                    <a:pt x="802005" y="56197"/>
                    <a:pt x="803910" y="53340"/>
                  </a:cubicBezTo>
                  <a:cubicBezTo>
                    <a:pt x="805815" y="49530"/>
                    <a:pt x="807720" y="46672"/>
                    <a:pt x="810578" y="43815"/>
                  </a:cubicBezTo>
                  <a:cubicBezTo>
                    <a:pt x="813435" y="40958"/>
                    <a:pt x="817245" y="38100"/>
                    <a:pt x="820103" y="37147"/>
                  </a:cubicBezTo>
                  <a:cubicBezTo>
                    <a:pt x="822960" y="36195"/>
                    <a:pt x="826770" y="35243"/>
                    <a:pt x="831533" y="35243"/>
                  </a:cubicBezTo>
                  <a:cubicBezTo>
                    <a:pt x="834390" y="35243"/>
                    <a:pt x="836295" y="35243"/>
                    <a:pt x="839153" y="36195"/>
                  </a:cubicBezTo>
                  <a:cubicBezTo>
                    <a:pt x="841058" y="37147"/>
                    <a:pt x="842963" y="38100"/>
                    <a:pt x="844868" y="40005"/>
                  </a:cubicBezTo>
                  <a:cubicBezTo>
                    <a:pt x="846772" y="41910"/>
                    <a:pt x="847725" y="44768"/>
                    <a:pt x="848678" y="47625"/>
                  </a:cubicBezTo>
                  <a:cubicBezTo>
                    <a:pt x="849630" y="51435"/>
                    <a:pt x="849630" y="55245"/>
                    <a:pt x="849630" y="60960"/>
                  </a:cubicBezTo>
                  <a:lnTo>
                    <a:pt x="849630" y="155258"/>
                  </a:lnTo>
                  <a:lnTo>
                    <a:pt x="889635" y="155258"/>
                  </a:lnTo>
                  <a:lnTo>
                    <a:pt x="889635" y="55245"/>
                  </a:lnTo>
                  <a:cubicBezTo>
                    <a:pt x="889635" y="36195"/>
                    <a:pt x="885825" y="22860"/>
                    <a:pt x="878205" y="14288"/>
                  </a:cubicBezTo>
                  <a:cubicBezTo>
                    <a:pt x="870585" y="5715"/>
                    <a:pt x="859155" y="1905"/>
                    <a:pt x="843915" y="1905"/>
                  </a:cubicBezTo>
                  <a:cubicBezTo>
                    <a:pt x="834390" y="1905"/>
                    <a:pt x="826770" y="3810"/>
                    <a:pt x="819150" y="7620"/>
                  </a:cubicBezTo>
                  <a:cubicBezTo>
                    <a:pt x="811530" y="11430"/>
                    <a:pt x="803910" y="18098"/>
                    <a:pt x="797243" y="27623"/>
                  </a:cubicBezTo>
                  <a:cubicBezTo>
                    <a:pt x="794385" y="19050"/>
                    <a:pt x="789623" y="12383"/>
                    <a:pt x="782955" y="8573"/>
                  </a:cubicBezTo>
                  <a:cubicBezTo>
                    <a:pt x="776288" y="4763"/>
                    <a:pt x="766763" y="1905"/>
                    <a:pt x="756285" y="1905"/>
                  </a:cubicBezTo>
                  <a:cubicBezTo>
                    <a:pt x="747713" y="1905"/>
                    <a:pt x="740093" y="3810"/>
                    <a:pt x="732473" y="7620"/>
                  </a:cubicBezTo>
                  <a:cubicBezTo>
                    <a:pt x="724853" y="11430"/>
                    <a:pt x="718185" y="18098"/>
                    <a:pt x="713423" y="25718"/>
                  </a:cubicBezTo>
                  <a:lnTo>
                    <a:pt x="713423" y="5715"/>
                  </a:lnTo>
                  <a:lnTo>
                    <a:pt x="674370" y="5715"/>
                  </a:lnTo>
                  <a:lnTo>
                    <a:pt x="674370" y="155258"/>
                  </a:lnTo>
                  <a:close/>
                  <a:moveTo>
                    <a:pt x="541973" y="116205"/>
                  </a:moveTo>
                  <a:cubicBezTo>
                    <a:pt x="536258" y="108585"/>
                    <a:pt x="533400" y="96203"/>
                    <a:pt x="533400" y="80963"/>
                  </a:cubicBezTo>
                  <a:cubicBezTo>
                    <a:pt x="533400" y="65723"/>
                    <a:pt x="536258" y="54293"/>
                    <a:pt x="541973" y="45720"/>
                  </a:cubicBezTo>
                  <a:cubicBezTo>
                    <a:pt x="547688" y="38100"/>
                    <a:pt x="556260" y="33338"/>
                    <a:pt x="567690" y="33338"/>
                  </a:cubicBezTo>
                  <a:cubicBezTo>
                    <a:pt x="579120" y="33338"/>
                    <a:pt x="587693" y="37147"/>
                    <a:pt x="593408" y="45720"/>
                  </a:cubicBezTo>
                  <a:cubicBezTo>
                    <a:pt x="599123" y="53340"/>
                    <a:pt x="601980" y="65723"/>
                    <a:pt x="601980" y="80963"/>
                  </a:cubicBezTo>
                  <a:cubicBezTo>
                    <a:pt x="601980" y="96203"/>
                    <a:pt x="599123" y="107633"/>
                    <a:pt x="593408" y="116205"/>
                  </a:cubicBezTo>
                  <a:cubicBezTo>
                    <a:pt x="587693" y="124778"/>
                    <a:pt x="579120" y="128588"/>
                    <a:pt x="567690" y="128588"/>
                  </a:cubicBezTo>
                  <a:cubicBezTo>
                    <a:pt x="555308" y="127635"/>
                    <a:pt x="546735" y="123825"/>
                    <a:pt x="541973" y="116205"/>
                  </a:cubicBezTo>
                  <a:moveTo>
                    <a:pt x="598170" y="154305"/>
                  </a:moveTo>
                  <a:cubicBezTo>
                    <a:pt x="607695" y="150495"/>
                    <a:pt x="615315" y="145733"/>
                    <a:pt x="621983" y="138113"/>
                  </a:cubicBezTo>
                  <a:cubicBezTo>
                    <a:pt x="628650" y="131445"/>
                    <a:pt x="633413" y="122873"/>
                    <a:pt x="637223" y="113348"/>
                  </a:cubicBezTo>
                  <a:cubicBezTo>
                    <a:pt x="641033" y="103823"/>
                    <a:pt x="642938" y="92393"/>
                    <a:pt x="642938" y="80010"/>
                  </a:cubicBezTo>
                  <a:cubicBezTo>
                    <a:pt x="642938" y="67628"/>
                    <a:pt x="641033" y="57150"/>
                    <a:pt x="638175" y="46672"/>
                  </a:cubicBezTo>
                  <a:cubicBezTo>
                    <a:pt x="635318" y="36195"/>
                    <a:pt x="629603" y="28575"/>
                    <a:pt x="622935" y="21908"/>
                  </a:cubicBezTo>
                  <a:cubicBezTo>
                    <a:pt x="616268" y="15240"/>
                    <a:pt x="608648" y="9525"/>
                    <a:pt x="599123" y="6668"/>
                  </a:cubicBezTo>
                  <a:cubicBezTo>
                    <a:pt x="589598" y="2858"/>
                    <a:pt x="579120" y="953"/>
                    <a:pt x="567690" y="953"/>
                  </a:cubicBezTo>
                  <a:cubicBezTo>
                    <a:pt x="556260" y="953"/>
                    <a:pt x="545783" y="2858"/>
                    <a:pt x="536258" y="6668"/>
                  </a:cubicBezTo>
                  <a:cubicBezTo>
                    <a:pt x="526733" y="10478"/>
                    <a:pt x="519113" y="15240"/>
                    <a:pt x="512445" y="21908"/>
                  </a:cubicBezTo>
                  <a:cubicBezTo>
                    <a:pt x="505778" y="28575"/>
                    <a:pt x="501015" y="37147"/>
                    <a:pt x="497205" y="46672"/>
                  </a:cubicBezTo>
                  <a:cubicBezTo>
                    <a:pt x="493395" y="56197"/>
                    <a:pt x="491490" y="67628"/>
                    <a:pt x="491490" y="80010"/>
                  </a:cubicBezTo>
                  <a:cubicBezTo>
                    <a:pt x="491490" y="105728"/>
                    <a:pt x="498158" y="124778"/>
                    <a:pt x="511492" y="139065"/>
                  </a:cubicBezTo>
                  <a:cubicBezTo>
                    <a:pt x="524828" y="152400"/>
                    <a:pt x="542925" y="160020"/>
                    <a:pt x="566738" y="160020"/>
                  </a:cubicBezTo>
                  <a:cubicBezTo>
                    <a:pt x="579120" y="160020"/>
                    <a:pt x="589598" y="158115"/>
                    <a:pt x="598170" y="154305"/>
                  </a:cubicBezTo>
                  <a:moveTo>
                    <a:pt x="429578" y="100965"/>
                  </a:moveTo>
                  <a:cubicBezTo>
                    <a:pt x="428625" y="109538"/>
                    <a:pt x="425767" y="116205"/>
                    <a:pt x="421958" y="120968"/>
                  </a:cubicBezTo>
                  <a:cubicBezTo>
                    <a:pt x="417195" y="125730"/>
                    <a:pt x="411480" y="127635"/>
                    <a:pt x="403860" y="127635"/>
                  </a:cubicBezTo>
                  <a:cubicBezTo>
                    <a:pt x="398145" y="127635"/>
                    <a:pt x="392430" y="126683"/>
                    <a:pt x="388620" y="123825"/>
                  </a:cubicBezTo>
                  <a:cubicBezTo>
                    <a:pt x="384810" y="120968"/>
                    <a:pt x="381000" y="118110"/>
                    <a:pt x="379095" y="113348"/>
                  </a:cubicBezTo>
                  <a:cubicBezTo>
                    <a:pt x="377190" y="108585"/>
                    <a:pt x="375285" y="103823"/>
                    <a:pt x="374333" y="98108"/>
                  </a:cubicBezTo>
                  <a:cubicBezTo>
                    <a:pt x="373380" y="92393"/>
                    <a:pt x="372428" y="86678"/>
                    <a:pt x="372428" y="80010"/>
                  </a:cubicBezTo>
                  <a:cubicBezTo>
                    <a:pt x="372428" y="74295"/>
                    <a:pt x="373380" y="67628"/>
                    <a:pt x="374333" y="62865"/>
                  </a:cubicBezTo>
                  <a:cubicBezTo>
                    <a:pt x="375285" y="57150"/>
                    <a:pt x="377190" y="52388"/>
                    <a:pt x="379095" y="47625"/>
                  </a:cubicBezTo>
                  <a:cubicBezTo>
                    <a:pt x="381000" y="42863"/>
                    <a:pt x="384810" y="40005"/>
                    <a:pt x="388620" y="37147"/>
                  </a:cubicBezTo>
                  <a:cubicBezTo>
                    <a:pt x="392430" y="34290"/>
                    <a:pt x="398145" y="33338"/>
                    <a:pt x="403860" y="33338"/>
                  </a:cubicBezTo>
                  <a:cubicBezTo>
                    <a:pt x="412433" y="33338"/>
                    <a:pt x="418148" y="35243"/>
                    <a:pt x="421958" y="40005"/>
                  </a:cubicBezTo>
                  <a:cubicBezTo>
                    <a:pt x="425767" y="44768"/>
                    <a:pt x="427673" y="50483"/>
                    <a:pt x="428625" y="58103"/>
                  </a:cubicBezTo>
                  <a:lnTo>
                    <a:pt x="468630" y="52388"/>
                  </a:lnTo>
                  <a:cubicBezTo>
                    <a:pt x="467678" y="44768"/>
                    <a:pt x="465773" y="38100"/>
                    <a:pt x="462915" y="31433"/>
                  </a:cubicBezTo>
                  <a:cubicBezTo>
                    <a:pt x="460058" y="24765"/>
                    <a:pt x="456248" y="20003"/>
                    <a:pt x="450533" y="15240"/>
                  </a:cubicBezTo>
                  <a:cubicBezTo>
                    <a:pt x="445770" y="10478"/>
                    <a:pt x="439103" y="6668"/>
                    <a:pt x="431483" y="4763"/>
                  </a:cubicBezTo>
                  <a:cubicBezTo>
                    <a:pt x="423863" y="1905"/>
                    <a:pt x="415290" y="953"/>
                    <a:pt x="404813" y="953"/>
                  </a:cubicBezTo>
                  <a:cubicBezTo>
                    <a:pt x="393383" y="953"/>
                    <a:pt x="382905" y="2858"/>
                    <a:pt x="373380" y="6668"/>
                  </a:cubicBezTo>
                  <a:cubicBezTo>
                    <a:pt x="363855" y="10478"/>
                    <a:pt x="356235" y="16193"/>
                    <a:pt x="350520" y="22860"/>
                  </a:cubicBezTo>
                  <a:cubicBezTo>
                    <a:pt x="343853" y="29528"/>
                    <a:pt x="339090" y="38100"/>
                    <a:pt x="336233" y="47625"/>
                  </a:cubicBezTo>
                  <a:cubicBezTo>
                    <a:pt x="333375" y="57150"/>
                    <a:pt x="331470" y="68580"/>
                    <a:pt x="331470" y="80010"/>
                  </a:cubicBezTo>
                  <a:cubicBezTo>
                    <a:pt x="331470" y="91440"/>
                    <a:pt x="333375" y="102870"/>
                    <a:pt x="336233" y="112395"/>
                  </a:cubicBezTo>
                  <a:cubicBezTo>
                    <a:pt x="339090" y="121920"/>
                    <a:pt x="343853" y="130493"/>
                    <a:pt x="349567" y="137160"/>
                  </a:cubicBezTo>
                  <a:cubicBezTo>
                    <a:pt x="355283" y="143828"/>
                    <a:pt x="362903" y="149543"/>
                    <a:pt x="372428" y="153353"/>
                  </a:cubicBezTo>
                  <a:cubicBezTo>
                    <a:pt x="381953" y="157163"/>
                    <a:pt x="392430" y="159068"/>
                    <a:pt x="404813" y="159068"/>
                  </a:cubicBezTo>
                  <a:cubicBezTo>
                    <a:pt x="426720" y="159068"/>
                    <a:pt x="442913" y="153353"/>
                    <a:pt x="453390" y="142875"/>
                  </a:cubicBezTo>
                  <a:cubicBezTo>
                    <a:pt x="463867" y="132398"/>
                    <a:pt x="470535" y="118110"/>
                    <a:pt x="471488" y="100013"/>
                  </a:cubicBezTo>
                  <a:lnTo>
                    <a:pt x="429578" y="100013"/>
                  </a:lnTo>
                  <a:close/>
                  <a:moveTo>
                    <a:pt x="203835" y="63818"/>
                  </a:moveTo>
                  <a:cubicBezTo>
                    <a:pt x="203835" y="59055"/>
                    <a:pt x="204788" y="55245"/>
                    <a:pt x="206692" y="51435"/>
                  </a:cubicBezTo>
                  <a:cubicBezTo>
                    <a:pt x="208598" y="47625"/>
                    <a:pt x="210502" y="43815"/>
                    <a:pt x="213360" y="40958"/>
                  </a:cubicBezTo>
                  <a:cubicBezTo>
                    <a:pt x="216217" y="38100"/>
                    <a:pt x="219075" y="35243"/>
                    <a:pt x="223838" y="34290"/>
                  </a:cubicBezTo>
                  <a:cubicBezTo>
                    <a:pt x="227648" y="32385"/>
                    <a:pt x="232410" y="31433"/>
                    <a:pt x="238125" y="31433"/>
                  </a:cubicBezTo>
                  <a:cubicBezTo>
                    <a:pt x="248602" y="31433"/>
                    <a:pt x="256223" y="34290"/>
                    <a:pt x="261938" y="40005"/>
                  </a:cubicBezTo>
                  <a:cubicBezTo>
                    <a:pt x="266700" y="45720"/>
                    <a:pt x="269558" y="53340"/>
                    <a:pt x="269558" y="63818"/>
                  </a:cubicBezTo>
                  <a:lnTo>
                    <a:pt x="203835" y="63818"/>
                  </a:lnTo>
                  <a:close/>
                  <a:moveTo>
                    <a:pt x="266700" y="108585"/>
                  </a:moveTo>
                  <a:cubicBezTo>
                    <a:pt x="263842" y="121920"/>
                    <a:pt x="254317" y="128588"/>
                    <a:pt x="239077" y="128588"/>
                  </a:cubicBezTo>
                  <a:cubicBezTo>
                    <a:pt x="227648" y="128588"/>
                    <a:pt x="219075" y="124778"/>
                    <a:pt x="213360" y="118110"/>
                  </a:cubicBezTo>
                  <a:cubicBezTo>
                    <a:pt x="207645" y="111443"/>
                    <a:pt x="204788" y="101918"/>
                    <a:pt x="203835" y="89535"/>
                  </a:cubicBezTo>
                  <a:lnTo>
                    <a:pt x="307658" y="89535"/>
                  </a:lnTo>
                  <a:lnTo>
                    <a:pt x="307658" y="73343"/>
                  </a:lnTo>
                  <a:cubicBezTo>
                    <a:pt x="307658" y="51435"/>
                    <a:pt x="301942" y="33338"/>
                    <a:pt x="290513" y="20003"/>
                  </a:cubicBezTo>
                  <a:cubicBezTo>
                    <a:pt x="279083" y="6668"/>
                    <a:pt x="261938" y="0"/>
                    <a:pt x="239077" y="0"/>
                  </a:cubicBezTo>
                  <a:cubicBezTo>
                    <a:pt x="227648" y="0"/>
                    <a:pt x="218123" y="1905"/>
                    <a:pt x="208598" y="5715"/>
                  </a:cubicBezTo>
                  <a:cubicBezTo>
                    <a:pt x="199073" y="9525"/>
                    <a:pt x="191452" y="14288"/>
                    <a:pt x="184785" y="20955"/>
                  </a:cubicBezTo>
                  <a:cubicBezTo>
                    <a:pt x="178118" y="27623"/>
                    <a:pt x="173355" y="36195"/>
                    <a:pt x="169545" y="45720"/>
                  </a:cubicBezTo>
                  <a:cubicBezTo>
                    <a:pt x="165735" y="55245"/>
                    <a:pt x="163830" y="66675"/>
                    <a:pt x="163830" y="79058"/>
                  </a:cubicBezTo>
                  <a:cubicBezTo>
                    <a:pt x="163830" y="103823"/>
                    <a:pt x="170498" y="123825"/>
                    <a:pt x="182880" y="137160"/>
                  </a:cubicBezTo>
                  <a:cubicBezTo>
                    <a:pt x="195263" y="150495"/>
                    <a:pt x="214313" y="158115"/>
                    <a:pt x="239077" y="158115"/>
                  </a:cubicBezTo>
                  <a:cubicBezTo>
                    <a:pt x="260033" y="158115"/>
                    <a:pt x="275273" y="153353"/>
                    <a:pt x="285750" y="144780"/>
                  </a:cubicBezTo>
                  <a:cubicBezTo>
                    <a:pt x="296228" y="136208"/>
                    <a:pt x="302895" y="123825"/>
                    <a:pt x="305753" y="106680"/>
                  </a:cubicBezTo>
                  <a:lnTo>
                    <a:pt x="266700" y="106680"/>
                  </a:lnTo>
                  <a:close/>
                  <a:moveTo>
                    <a:pt x="97155" y="96203"/>
                  </a:moveTo>
                  <a:cubicBezTo>
                    <a:pt x="97155" y="101918"/>
                    <a:pt x="96202" y="107633"/>
                    <a:pt x="93345" y="111443"/>
                  </a:cubicBezTo>
                  <a:cubicBezTo>
                    <a:pt x="91440" y="115253"/>
                    <a:pt x="88582" y="119063"/>
                    <a:pt x="84773" y="121920"/>
                  </a:cubicBezTo>
                  <a:cubicBezTo>
                    <a:pt x="78105" y="126683"/>
                    <a:pt x="69532" y="129540"/>
                    <a:pt x="60007" y="129540"/>
                  </a:cubicBezTo>
                  <a:cubicBezTo>
                    <a:pt x="54293" y="129540"/>
                    <a:pt x="49530" y="127635"/>
                    <a:pt x="45720" y="124778"/>
                  </a:cubicBezTo>
                  <a:cubicBezTo>
                    <a:pt x="41910" y="121920"/>
                    <a:pt x="40957" y="118110"/>
                    <a:pt x="40957" y="113348"/>
                  </a:cubicBezTo>
                  <a:cubicBezTo>
                    <a:pt x="40957" y="110490"/>
                    <a:pt x="40957" y="106680"/>
                    <a:pt x="42863" y="104775"/>
                  </a:cubicBezTo>
                  <a:cubicBezTo>
                    <a:pt x="43815" y="101918"/>
                    <a:pt x="45720" y="100013"/>
                    <a:pt x="48577" y="98108"/>
                  </a:cubicBezTo>
                  <a:cubicBezTo>
                    <a:pt x="51435" y="96203"/>
                    <a:pt x="55245" y="94298"/>
                    <a:pt x="60007" y="93345"/>
                  </a:cubicBezTo>
                  <a:cubicBezTo>
                    <a:pt x="64770" y="92393"/>
                    <a:pt x="72390" y="91440"/>
                    <a:pt x="80010" y="90488"/>
                  </a:cubicBezTo>
                  <a:lnTo>
                    <a:pt x="98107" y="89535"/>
                  </a:lnTo>
                  <a:lnTo>
                    <a:pt x="98107" y="96203"/>
                  </a:lnTo>
                  <a:close/>
                  <a:moveTo>
                    <a:pt x="98107" y="155258"/>
                  </a:moveTo>
                  <a:lnTo>
                    <a:pt x="136208" y="155258"/>
                  </a:lnTo>
                  <a:lnTo>
                    <a:pt x="136208" y="60960"/>
                  </a:lnTo>
                  <a:cubicBezTo>
                    <a:pt x="136208" y="51435"/>
                    <a:pt x="135255" y="43815"/>
                    <a:pt x="133350" y="36195"/>
                  </a:cubicBezTo>
                  <a:cubicBezTo>
                    <a:pt x="131445" y="28575"/>
                    <a:pt x="127635" y="22860"/>
                    <a:pt x="122873" y="17145"/>
                  </a:cubicBezTo>
                  <a:cubicBezTo>
                    <a:pt x="118110" y="12383"/>
                    <a:pt x="111443" y="7620"/>
                    <a:pt x="103823" y="5715"/>
                  </a:cubicBezTo>
                  <a:cubicBezTo>
                    <a:pt x="96202" y="3810"/>
                    <a:pt x="85725" y="1905"/>
                    <a:pt x="74295" y="1905"/>
                  </a:cubicBezTo>
                  <a:cubicBezTo>
                    <a:pt x="55245" y="1905"/>
                    <a:pt x="40957" y="5715"/>
                    <a:pt x="29527" y="12383"/>
                  </a:cubicBezTo>
                  <a:cubicBezTo>
                    <a:pt x="18098" y="19050"/>
                    <a:pt x="11430" y="30480"/>
                    <a:pt x="8573" y="46672"/>
                  </a:cubicBezTo>
                  <a:lnTo>
                    <a:pt x="44768" y="50483"/>
                  </a:lnTo>
                  <a:cubicBezTo>
                    <a:pt x="46673" y="38100"/>
                    <a:pt x="56198" y="32385"/>
                    <a:pt x="71438" y="32385"/>
                  </a:cubicBezTo>
                  <a:cubicBezTo>
                    <a:pt x="78105" y="32385"/>
                    <a:pt x="83820" y="34290"/>
                    <a:pt x="89535" y="37147"/>
                  </a:cubicBezTo>
                  <a:cubicBezTo>
                    <a:pt x="94298" y="40958"/>
                    <a:pt x="97155" y="46672"/>
                    <a:pt x="97155" y="56197"/>
                  </a:cubicBezTo>
                  <a:lnTo>
                    <a:pt x="97155" y="62865"/>
                  </a:lnTo>
                  <a:lnTo>
                    <a:pt x="78105" y="63818"/>
                  </a:lnTo>
                  <a:cubicBezTo>
                    <a:pt x="68580" y="63818"/>
                    <a:pt x="59055" y="64770"/>
                    <a:pt x="49530" y="66675"/>
                  </a:cubicBezTo>
                  <a:cubicBezTo>
                    <a:pt x="40005" y="68580"/>
                    <a:pt x="32385" y="70485"/>
                    <a:pt x="24765" y="74295"/>
                  </a:cubicBezTo>
                  <a:cubicBezTo>
                    <a:pt x="17145" y="78105"/>
                    <a:pt x="11430" y="82868"/>
                    <a:pt x="6668" y="89535"/>
                  </a:cubicBezTo>
                  <a:cubicBezTo>
                    <a:pt x="1905" y="96203"/>
                    <a:pt x="0" y="104775"/>
                    <a:pt x="0" y="114300"/>
                  </a:cubicBezTo>
                  <a:cubicBezTo>
                    <a:pt x="0" y="121920"/>
                    <a:pt x="952" y="128588"/>
                    <a:pt x="3810" y="134303"/>
                  </a:cubicBezTo>
                  <a:cubicBezTo>
                    <a:pt x="6668" y="140018"/>
                    <a:pt x="10477" y="144780"/>
                    <a:pt x="14288" y="148590"/>
                  </a:cubicBezTo>
                  <a:cubicBezTo>
                    <a:pt x="19050" y="152400"/>
                    <a:pt x="23813" y="155258"/>
                    <a:pt x="29527" y="156210"/>
                  </a:cubicBezTo>
                  <a:cubicBezTo>
                    <a:pt x="35243" y="157163"/>
                    <a:pt x="41910" y="159068"/>
                    <a:pt x="48577" y="159068"/>
                  </a:cubicBezTo>
                  <a:cubicBezTo>
                    <a:pt x="60007" y="159068"/>
                    <a:pt x="69532" y="157163"/>
                    <a:pt x="77152" y="152400"/>
                  </a:cubicBezTo>
                  <a:cubicBezTo>
                    <a:pt x="84773" y="147638"/>
                    <a:pt x="91440" y="142875"/>
                    <a:pt x="97155" y="136208"/>
                  </a:cubicBezTo>
                  <a:lnTo>
                    <a:pt x="97155" y="15525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603435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1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191E849-2800-4BF6-8648-1810868AFEE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3525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EAC093F2-4A94-4EC7-BFC5-282DC86922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1327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4AB8F044-DB76-470F-8712-563C8D77DAF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499129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6100BE5D-F975-4662-A5D8-73DD0F66631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16931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F780AC3-2DC9-4EBB-9F4A-4B369FDC73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34733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F4241E2C-AEC5-4C2F-A388-B4005397B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52535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BA3AED32-46CB-466C-8765-2739AAC2E45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70337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AB8256EC-2FE2-400D-A4E4-37966548E29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88139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EED6D159-A3F2-4B02-A7D4-A0B7B2A9800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205941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39B61045-8A1E-4798-B8A2-EE3524BDB5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823743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24E153D6-CC1A-4C88-B1FD-0A426D1D03A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441545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6D96D149-215E-4BD5-A884-53D586135DB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059347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D5BF7F5-BDD5-40DB-BD6D-939B542632F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677149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164B8FCE-B1CA-42F7-B454-3438E06D86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294951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EB9A9CBA-FB99-49CD-A237-6D4D9DF8D53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912753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69F3A84F-1D90-4186-8101-4814ED5DA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530555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C76DCF5B-3447-4568-B4B0-947C6E32FDE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148357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F23FB5D0-81E3-4C82-8E04-C2F90191C51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766159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67EB411D-F9B1-4144-991C-30A07DB25FF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1383965" y="131863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273D9433-3F04-4DB6-A540-D8A1D24C903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63525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FB754A3E-2B8E-453B-88CA-A6F907506AE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81327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5E74892-D88D-41F2-9117-D95D3BE6613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499129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108368C8-1137-4A8C-9EE2-4894AB94D3F9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116931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45740006-347F-4A43-87BD-295666157DE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2734733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CDE4A34E-8077-4534-A072-C6C634A4163A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352535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CD0486D7-393B-434F-B2BB-563A2E02D483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970337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734AAF6-A301-46B4-BF02-4D780BFDEDC4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588139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2D8158EF-EF53-46D2-A438-ACBF30FCDB6B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205941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4096548D-9E8F-4860-9DC7-5CA22D780FA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823743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F04F13FF-F1AE-48B8-A4FD-355BAADF858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441545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26B793F-2B20-430D-964C-8AC252AE1748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059347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ED02578B-E967-4964-875F-710800DF85FD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677149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D74F66E9-31E4-4ECD-A33D-5D0A5F37AD5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8294951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F23DFA21-4B2A-4CA6-9534-0D3B9BA9E2A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912753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44" name="Picture Placeholder 3">
            <a:extLst>
              <a:ext uri="{FF2B5EF4-FFF2-40B4-BE49-F238E27FC236}">
                <a16:creationId xmlns:a16="http://schemas.microsoft.com/office/drawing/2014/main" id="{551CD1F5-FAB3-4F44-90FD-CE85BEDF22B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9530555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45" name="Picture Placeholder 3">
            <a:extLst>
              <a:ext uri="{FF2B5EF4-FFF2-40B4-BE49-F238E27FC236}">
                <a16:creationId xmlns:a16="http://schemas.microsoft.com/office/drawing/2014/main" id="{7830396A-3A72-443A-A43E-E531B0939393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148357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46" name="Picture Placeholder 3">
            <a:extLst>
              <a:ext uri="{FF2B5EF4-FFF2-40B4-BE49-F238E27FC236}">
                <a16:creationId xmlns:a16="http://schemas.microsoft.com/office/drawing/2014/main" id="{7A2EAB1E-A4A2-44B9-8542-2970064A6DBA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0766159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47" name="Picture Placeholder 3">
            <a:extLst>
              <a:ext uri="{FF2B5EF4-FFF2-40B4-BE49-F238E27FC236}">
                <a16:creationId xmlns:a16="http://schemas.microsoft.com/office/drawing/2014/main" id="{4C0C34B8-D05F-4634-92A9-1121E46BD24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1383965" y="200202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48" name="Picture Placeholder 3">
            <a:extLst>
              <a:ext uri="{FF2B5EF4-FFF2-40B4-BE49-F238E27FC236}">
                <a16:creationId xmlns:a16="http://schemas.microsoft.com/office/drawing/2014/main" id="{445DF841-33B2-4DFE-BA75-AA74A3D4DB94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63525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4110FFA9-1B80-4DF3-A48E-50C405C31F5F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81327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50" name="Picture Placeholder 3">
            <a:extLst>
              <a:ext uri="{FF2B5EF4-FFF2-40B4-BE49-F238E27FC236}">
                <a16:creationId xmlns:a16="http://schemas.microsoft.com/office/drawing/2014/main" id="{0B328F52-5934-4D92-B82C-701750773ED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1499129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51" name="Picture Placeholder 3">
            <a:extLst>
              <a:ext uri="{FF2B5EF4-FFF2-40B4-BE49-F238E27FC236}">
                <a16:creationId xmlns:a16="http://schemas.microsoft.com/office/drawing/2014/main" id="{91141F52-193F-4982-89B4-BD89EB2D2FF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2116931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52" name="Picture Placeholder 3">
            <a:extLst>
              <a:ext uri="{FF2B5EF4-FFF2-40B4-BE49-F238E27FC236}">
                <a16:creationId xmlns:a16="http://schemas.microsoft.com/office/drawing/2014/main" id="{D3CDD8F0-35CB-4B85-9815-18C9E5400CE9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2734733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53" name="Picture Placeholder 3">
            <a:extLst>
              <a:ext uri="{FF2B5EF4-FFF2-40B4-BE49-F238E27FC236}">
                <a16:creationId xmlns:a16="http://schemas.microsoft.com/office/drawing/2014/main" id="{E3C68C9F-69A8-4C66-9E5C-F696B78E7A8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3352535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E48D4A9D-F4EA-4200-B41D-792D3A1FDB18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3970337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7D10700B-EF2C-4269-85AA-A576A5E7AAE7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4588139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56" name="Picture Placeholder 3">
            <a:extLst>
              <a:ext uri="{FF2B5EF4-FFF2-40B4-BE49-F238E27FC236}">
                <a16:creationId xmlns:a16="http://schemas.microsoft.com/office/drawing/2014/main" id="{8FE06C52-BE87-4452-A441-01D6FAEDC7B9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5205941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57" name="Picture Placeholder 3">
            <a:extLst>
              <a:ext uri="{FF2B5EF4-FFF2-40B4-BE49-F238E27FC236}">
                <a16:creationId xmlns:a16="http://schemas.microsoft.com/office/drawing/2014/main" id="{9C084F4C-80FE-4ED7-85C1-A2C8D3DD1017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5823743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58" name="Picture Placeholder 3">
            <a:extLst>
              <a:ext uri="{FF2B5EF4-FFF2-40B4-BE49-F238E27FC236}">
                <a16:creationId xmlns:a16="http://schemas.microsoft.com/office/drawing/2014/main" id="{1EDF1320-9D98-470A-8C44-57E324150AB0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6441545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59" name="Picture Placeholder 3">
            <a:extLst>
              <a:ext uri="{FF2B5EF4-FFF2-40B4-BE49-F238E27FC236}">
                <a16:creationId xmlns:a16="http://schemas.microsoft.com/office/drawing/2014/main" id="{54CE2C3F-648A-4865-9C1C-F70BCEA56BAB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7059347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60" name="Picture Placeholder 3">
            <a:extLst>
              <a:ext uri="{FF2B5EF4-FFF2-40B4-BE49-F238E27FC236}">
                <a16:creationId xmlns:a16="http://schemas.microsoft.com/office/drawing/2014/main" id="{04488910-10BE-4568-A894-D1F66E526B32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677149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61" name="Picture Placeholder 3">
            <a:extLst>
              <a:ext uri="{FF2B5EF4-FFF2-40B4-BE49-F238E27FC236}">
                <a16:creationId xmlns:a16="http://schemas.microsoft.com/office/drawing/2014/main" id="{DE050430-1DFA-4EEA-88CE-F666454182CE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8294951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62" name="Picture Placeholder 3">
            <a:extLst>
              <a:ext uri="{FF2B5EF4-FFF2-40B4-BE49-F238E27FC236}">
                <a16:creationId xmlns:a16="http://schemas.microsoft.com/office/drawing/2014/main" id="{7250F372-456A-4F64-87F5-CD1117D7AD7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8912753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63" name="Picture Placeholder 3">
            <a:extLst>
              <a:ext uri="{FF2B5EF4-FFF2-40B4-BE49-F238E27FC236}">
                <a16:creationId xmlns:a16="http://schemas.microsoft.com/office/drawing/2014/main" id="{E9B8EF17-D699-4B18-A4C1-B7DD32034BEF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9530555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64" name="Picture Placeholder 3">
            <a:extLst>
              <a:ext uri="{FF2B5EF4-FFF2-40B4-BE49-F238E27FC236}">
                <a16:creationId xmlns:a16="http://schemas.microsoft.com/office/drawing/2014/main" id="{B42A02A3-6577-4FCF-9110-6215370250BD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0148357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65" name="Picture Placeholder 3">
            <a:extLst>
              <a:ext uri="{FF2B5EF4-FFF2-40B4-BE49-F238E27FC236}">
                <a16:creationId xmlns:a16="http://schemas.microsoft.com/office/drawing/2014/main" id="{E55B7AA4-F948-4499-858F-65CBEBC2C9AB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10766159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66" name="Picture Placeholder 3">
            <a:extLst>
              <a:ext uri="{FF2B5EF4-FFF2-40B4-BE49-F238E27FC236}">
                <a16:creationId xmlns:a16="http://schemas.microsoft.com/office/drawing/2014/main" id="{6A44A91D-9498-4AA5-9F3D-38067C377E04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11383965" y="2685411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67" name="Picture Placeholder 3">
            <a:extLst>
              <a:ext uri="{FF2B5EF4-FFF2-40B4-BE49-F238E27FC236}">
                <a16:creationId xmlns:a16="http://schemas.microsoft.com/office/drawing/2014/main" id="{84DE4921-BD50-4781-A4DE-503D567B897A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263525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68" name="Picture Placeholder 3">
            <a:extLst>
              <a:ext uri="{FF2B5EF4-FFF2-40B4-BE49-F238E27FC236}">
                <a16:creationId xmlns:a16="http://schemas.microsoft.com/office/drawing/2014/main" id="{87A60B1D-2FC2-431E-B149-F5367EB8E6D5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881327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69" name="Picture Placeholder 3">
            <a:extLst>
              <a:ext uri="{FF2B5EF4-FFF2-40B4-BE49-F238E27FC236}">
                <a16:creationId xmlns:a16="http://schemas.microsoft.com/office/drawing/2014/main" id="{AC0F2921-F30D-463D-B8E2-5A19F41B075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499129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70" name="Picture Placeholder 3">
            <a:extLst>
              <a:ext uri="{FF2B5EF4-FFF2-40B4-BE49-F238E27FC236}">
                <a16:creationId xmlns:a16="http://schemas.microsoft.com/office/drawing/2014/main" id="{6C9B703D-CC7A-4C52-B0B7-91BE5753C7B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2116931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71" name="Picture Placeholder 3">
            <a:extLst>
              <a:ext uri="{FF2B5EF4-FFF2-40B4-BE49-F238E27FC236}">
                <a16:creationId xmlns:a16="http://schemas.microsoft.com/office/drawing/2014/main" id="{B0AA674E-F985-473C-9472-BD3B17AC93DE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2734733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72" name="Picture Placeholder 3">
            <a:extLst>
              <a:ext uri="{FF2B5EF4-FFF2-40B4-BE49-F238E27FC236}">
                <a16:creationId xmlns:a16="http://schemas.microsoft.com/office/drawing/2014/main" id="{C90D6D1E-01FE-489A-A9FD-F659A69EFB1D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3352535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73" name="Picture Placeholder 3">
            <a:extLst>
              <a:ext uri="{FF2B5EF4-FFF2-40B4-BE49-F238E27FC236}">
                <a16:creationId xmlns:a16="http://schemas.microsoft.com/office/drawing/2014/main" id="{24877CE8-7FEA-45F2-BAAF-1DB49C2EA89A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3970337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74" name="Picture Placeholder 3">
            <a:extLst>
              <a:ext uri="{FF2B5EF4-FFF2-40B4-BE49-F238E27FC236}">
                <a16:creationId xmlns:a16="http://schemas.microsoft.com/office/drawing/2014/main" id="{6909F2FF-4E62-4BDF-9D4F-63160E2F5421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4588139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75" name="Picture Placeholder 3">
            <a:extLst>
              <a:ext uri="{FF2B5EF4-FFF2-40B4-BE49-F238E27FC236}">
                <a16:creationId xmlns:a16="http://schemas.microsoft.com/office/drawing/2014/main" id="{55B26041-2085-4617-B87E-5EE67E48AED3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5205941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76" name="Picture Placeholder 3">
            <a:extLst>
              <a:ext uri="{FF2B5EF4-FFF2-40B4-BE49-F238E27FC236}">
                <a16:creationId xmlns:a16="http://schemas.microsoft.com/office/drawing/2014/main" id="{772E60F6-DEE9-42E1-BE2E-A756D7DB2394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5823743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77" name="Picture Placeholder 3">
            <a:extLst>
              <a:ext uri="{FF2B5EF4-FFF2-40B4-BE49-F238E27FC236}">
                <a16:creationId xmlns:a16="http://schemas.microsoft.com/office/drawing/2014/main" id="{E65C1EC8-AACB-464B-BAC6-A0C6ED82C98D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6441545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78" name="Picture Placeholder 3">
            <a:extLst>
              <a:ext uri="{FF2B5EF4-FFF2-40B4-BE49-F238E27FC236}">
                <a16:creationId xmlns:a16="http://schemas.microsoft.com/office/drawing/2014/main" id="{5884D4E4-66AC-4B89-B94A-0342E07C5E91}"/>
              </a:ext>
            </a:extLst>
          </p:cNvPr>
          <p:cNvSpPr>
            <a:spLocks noGrp="1"/>
          </p:cNvSpPr>
          <p:nvPr>
            <p:ph type="pic" sz="quarter" idx="78"/>
          </p:nvPr>
        </p:nvSpPr>
        <p:spPr>
          <a:xfrm>
            <a:off x="7059347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79" name="Picture Placeholder 3">
            <a:extLst>
              <a:ext uri="{FF2B5EF4-FFF2-40B4-BE49-F238E27FC236}">
                <a16:creationId xmlns:a16="http://schemas.microsoft.com/office/drawing/2014/main" id="{223F551B-E0FC-4874-9368-A6A9A54AF800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7677149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80" name="Picture Placeholder 3">
            <a:extLst>
              <a:ext uri="{FF2B5EF4-FFF2-40B4-BE49-F238E27FC236}">
                <a16:creationId xmlns:a16="http://schemas.microsoft.com/office/drawing/2014/main" id="{619C14EC-64B1-455A-9C0A-B7C6D8DA0E1D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8294951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81" name="Picture Placeholder 3">
            <a:extLst>
              <a:ext uri="{FF2B5EF4-FFF2-40B4-BE49-F238E27FC236}">
                <a16:creationId xmlns:a16="http://schemas.microsoft.com/office/drawing/2014/main" id="{28089A62-C53A-4B53-8FD1-C69574BEDEB1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8912753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82" name="Picture Placeholder 3">
            <a:extLst>
              <a:ext uri="{FF2B5EF4-FFF2-40B4-BE49-F238E27FC236}">
                <a16:creationId xmlns:a16="http://schemas.microsoft.com/office/drawing/2014/main" id="{BB43722B-985F-43AC-82CF-C0E5A61D60C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530555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83" name="Picture Placeholder 3">
            <a:extLst>
              <a:ext uri="{FF2B5EF4-FFF2-40B4-BE49-F238E27FC236}">
                <a16:creationId xmlns:a16="http://schemas.microsoft.com/office/drawing/2014/main" id="{7E57E672-6586-4B21-B358-8BBE6CBE64A4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10148357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84" name="Picture Placeholder 3">
            <a:extLst>
              <a:ext uri="{FF2B5EF4-FFF2-40B4-BE49-F238E27FC236}">
                <a16:creationId xmlns:a16="http://schemas.microsoft.com/office/drawing/2014/main" id="{E6FAA9CF-2AF2-4E8B-8FD7-9FE6EFE13192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>
          <a:xfrm>
            <a:off x="10766159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85" name="Picture Placeholder 3">
            <a:extLst>
              <a:ext uri="{FF2B5EF4-FFF2-40B4-BE49-F238E27FC236}">
                <a16:creationId xmlns:a16="http://schemas.microsoft.com/office/drawing/2014/main" id="{374F3063-3102-4C8D-8950-0C3613A479F6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11383965" y="3368799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86" name="Picture Placeholder 3">
            <a:extLst>
              <a:ext uri="{FF2B5EF4-FFF2-40B4-BE49-F238E27FC236}">
                <a16:creationId xmlns:a16="http://schemas.microsoft.com/office/drawing/2014/main" id="{12718832-C3C6-4E7B-803E-1E7C297AD74A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263525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87" name="Picture Placeholder 3">
            <a:extLst>
              <a:ext uri="{FF2B5EF4-FFF2-40B4-BE49-F238E27FC236}">
                <a16:creationId xmlns:a16="http://schemas.microsoft.com/office/drawing/2014/main" id="{64629C66-9BA1-4656-BE4F-9BEB4A89BDF6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881327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88" name="Picture Placeholder 3">
            <a:extLst>
              <a:ext uri="{FF2B5EF4-FFF2-40B4-BE49-F238E27FC236}">
                <a16:creationId xmlns:a16="http://schemas.microsoft.com/office/drawing/2014/main" id="{026AC32C-E1DC-4564-8EAA-C6658443DCE9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1499129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89" name="Picture Placeholder 3">
            <a:extLst>
              <a:ext uri="{FF2B5EF4-FFF2-40B4-BE49-F238E27FC236}">
                <a16:creationId xmlns:a16="http://schemas.microsoft.com/office/drawing/2014/main" id="{1F699C86-3334-49B1-8647-561FD50FB3B6}"/>
              </a:ext>
            </a:extLst>
          </p:cNvPr>
          <p:cNvSpPr>
            <a:spLocks noGrp="1"/>
          </p:cNvSpPr>
          <p:nvPr>
            <p:ph type="pic" sz="quarter" idx="89"/>
          </p:nvPr>
        </p:nvSpPr>
        <p:spPr>
          <a:xfrm>
            <a:off x="2116931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90" name="Picture Placeholder 3">
            <a:extLst>
              <a:ext uri="{FF2B5EF4-FFF2-40B4-BE49-F238E27FC236}">
                <a16:creationId xmlns:a16="http://schemas.microsoft.com/office/drawing/2014/main" id="{0F7421AA-BFED-425B-8BDE-E0280558901D}"/>
              </a:ext>
            </a:extLst>
          </p:cNvPr>
          <p:cNvSpPr>
            <a:spLocks noGrp="1"/>
          </p:cNvSpPr>
          <p:nvPr>
            <p:ph type="pic" sz="quarter" idx="90"/>
          </p:nvPr>
        </p:nvSpPr>
        <p:spPr>
          <a:xfrm>
            <a:off x="2734733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91" name="Picture Placeholder 3">
            <a:extLst>
              <a:ext uri="{FF2B5EF4-FFF2-40B4-BE49-F238E27FC236}">
                <a16:creationId xmlns:a16="http://schemas.microsoft.com/office/drawing/2014/main" id="{4532239D-11CD-404A-B1E9-BCB2EF45FF3A}"/>
              </a:ext>
            </a:extLst>
          </p:cNvPr>
          <p:cNvSpPr>
            <a:spLocks noGrp="1"/>
          </p:cNvSpPr>
          <p:nvPr>
            <p:ph type="pic" sz="quarter" idx="91"/>
          </p:nvPr>
        </p:nvSpPr>
        <p:spPr>
          <a:xfrm>
            <a:off x="3352535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92" name="Picture Placeholder 3">
            <a:extLst>
              <a:ext uri="{FF2B5EF4-FFF2-40B4-BE49-F238E27FC236}">
                <a16:creationId xmlns:a16="http://schemas.microsoft.com/office/drawing/2014/main" id="{D41F7A79-14CF-4563-AAEC-123A3380A201}"/>
              </a:ext>
            </a:extLst>
          </p:cNvPr>
          <p:cNvSpPr>
            <a:spLocks noGrp="1"/>
          </p:cNvSpPr>
          <p:nvPr>
            <p:ph type="pic" sz="quarter" idx="92"/>
          </p:nvPr>
        </p:nvSpPr>
        <p:spPr>
          <a:xfrm>
            <a:off x="3970337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93" name="Picture Placeholder 3">
            <a:extLst>
              <a:ext uri="{FF2B5EF4-FFF2-40B4-BE49-F238E27FC236}">
                <a16:creationId xmlns:a16="http://schemas.microsoft.com/office/drawing/2014/main" id="{CECFBA8D-A5D0-4C1B-ABA0-7497D1CA26DD}"/>
              </a:ext>
            </a:extLst>
          </p:cNvPr>
          <p:cNvSpPr>
            <a:spLocks noGrp="1"/>
          </p:cNvSpPr>
          <p:nvPr>
            <p:ph type="pic" sz="quarter" idx="93"/>
          </p:nvPr>
        </p:nvSpPr>
        <p:spPr>
          <a:xfrm>
            <a:off x="4588139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94" name="Picture Placeholder 3">
            <a:extLst>
              <a:ext uri="{FF2B5EF4-FFF2-40B4-BE49-F238E27FC236}">
                <a16:creationId xmlns:a16="http://schemas.microsoft.com/office/drawing/2014/main" id="{4EA06613-CEDB-4342-9A99-AA308CBA3E8B}"/>
              </a:ext>
            </a:extLst>
          </p:cNvPr>
          <p:cNvSpPr>
            <a:spLocks noGrp="1"/>
          </p:cNvSpPr>
          <p:nvPr>
            <p:ph type="pic" sz="quarter" idx="94"/>
          </p:nvPr>
        </p:nvSpPr>
        <p:spPr>
          <a:xfrm>
            <a:off x="5205941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95" name="Picture Placeholder 3">
            <a:extLst>
              <a:ext uri="{FF2B5EF4-FFF2-40B4-BE49-F238E27FC236}">
                <a16:creationId xmlns:a16="http://schemas.microsoft.com/office/drawing/2014/main" id="{9065C0AA-C3E2-4D50-AB7B-A3E3F73789AA}"/>
              </a:ext>
            </a:extLst>
          </p:cNvPr>
          <p:cNvSpPr>
            <a:spLocks noGrp="1"/>
          </p:cNvSpPr>
          <p:nvPr>
            <p:ph type="pic" sz="quarter" idx="95"/>
          </p:nvPr>
        </p:nvSpPr>
        <p:spPr>
          <a:xfrm>
            <a:off x="5823743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96" name="Picture Placeholder 3">
            <a:extLst>
              <a:ext uri="{FF2B5EF4-FFF2-40B4-BE49-F238E27FC236}">
                <a16:creationId xmlns:a16="http://schemas.microsoft.com/office/drawing/2014/main" id="{A465A43A-5ED6-4F01-A76D-9911FE2363AD}"/>
              </a:ext>
            </a:extLst>
          </p:cNvPr>
          <p:cNvSpPr>
            <a:spLocks noGrp="1"/>
          </p:cNvSpPr>
          <p:nvPr>
            <p:ph type="pic" sz="quarter" idx="96"/>
          </p:nvPr>
        </p:nvSpPr>
        <p:spPr>
          <a:xfrm>
            <a:off x="6441545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97" name="Picture Placeholder 3">
            <a:extLst>
              <a:ext uri="{FF2B5EF4-FFF2-40B4-BE49-F238E27FC236}">
                <a16:creationId xmlns:a16="http://schemas.microsoft.com/office/drawing/2014/main" id="{14825284-E3AF-4092-A40D-284575002F34}"/>
              </a:ext>
            </a:extLst>
          </p:cNvPr>
          <p:cNvSpPr>
            <a:spLocks noGrp="1"/>
          </p:cNvSpPr>
          <p:nvPr>
            <p:ph type="pic" sz="quarter" idx="97"/>
          </p:nvPr>
        </p:nvSpPr>
        <p:spPr>
          <a:xfrm>
            <a:off x="7059347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98" name="Picture Placeholder 3">
            <a:extLst>
              <a:ext uri="{FF2B5EF4-FFF2-40B4-BE49-F238E27FC236}">
                <a16:creationId xmlns:a16="http://schemas.microsoft.com/office/drawing/2014/main" id="{2330A4BA-DE17-491D-A47B-7F2EF4BB10E7}"/>
              </a:ext>
            </a:extLst>
          </p:cNvPr>
          <p:cNvSpPr>
            <a:spLocks noGrp="1"/>
          </p:cNvSpPr>
          <p:nvPr>
            <p:ph type="pic" sz="quarter" idx="98"/>
          </p:nvPr>
        </p:nvSpPr>
        <p:spPr>
          <a:xfrm>
            <a:off x="7677149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99" name="Picture Placeholder 3">
            <a:extLst>
              <a:ext uri="{FF2B5EF4-FFF2-40B4-BE49-F238E27FC236}">
                <a16:creationId xmlns:a16="http://schemas.microsoft.com/office/drawing/2014/main" id="{3B607C97-2AE4-4282-8F71-C8A837A6D06B}"/>
              </a:ext>
            </a:extLst>
          </p:cNvPr>
          <p:cNvSpPr>
            <a:spLocks noGrp="1"/>
          </p:cNvSpPr>
          <p:nvPr>
            <p:ph type="pic" sz="quarter" idx="99"/>
          </p:nvPr>
        </p:nvSpPr>
        <p:spPr>
          <a:xfrm>
            <a:off x="8294951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00" name="Picture Placeholder 3">
            <a:extLst>
              <a:ext uri="{FF2B5EF4-FFF2-40B4-BE49-F238E27FC236}">
                <a16:creationId xmlns:a16="http://schemas.microsoft.com/office/drawing/2014/main" id="{3C94E2C4-8768-4EC3-96E6-E02A2ECD0F70}"/>
              </a:ext>
            </a:extLst>
          </p:cNvPr>
          <p:cNvSpPr>
            <a:spLocks noGrp="1"/>
          </p:cNvSpPr>
          <p:nvPr>
            <p:ph type="pic" sz="quarter" idx="100"/>
          </p:nvPr>
        </p:nvSpPr>
        <p:spPr>
          <a:xfrm>
            <a:off x="8912753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01" name="Picture Placeholder 3">
            <a:extLst>
              <a:ext uri="{FF2B5EF4-FFF2-40B4-BE49-F238E27FC236}">
                <a16:creationId xmlns:a16="http://schemas.microsoft.com/office/drawing/2014/main" id="{62E0E981-95BA-4642-AA4C-7B0B52CF6696}"/>
              </a:ext>
            </a:extLst>
          </p:cNvPr>
          <p:cNvSpPr>
            <a:spLocks noGrp="1"/>
          </p:cNvSpPr>
          <p:nvPr>
            <p:ph type="pic" sz="quarter" idx="101"/>
          </p:nvPr>
        </p:nvSpPr>
        <p:spPr>
          <a:xfrm>
            <a:off x="9530555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02" name="Picture Placeholder 3">
            <a:extLst>
              <a:ext uri="{FF2B5EF4-FFF2-40B4-BE49-F238E27FC236}">
                <a16:creationId xmlns:a16="http://schemas.microsoft.com/office/drawing/2014/main" id="{73FD81BC-BC35-4C73-83AF-5C8724E1E818}"/>
              </a:ext>
            </a:extLst>
          </p:cNvPr>
          <p:cNvSpPr>
            <a:spLocks noGrp="1"/>
          </p:cNvSpPr>
          <p:nvPr>
            <p:ph type="pic" sz="quarter" idx="102"/>
          </p:nvPr>
        </p:nvSpPr>
        <p:spPr>
          <a:xfrm>
            <a:off x="10148357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03" name="Picture Placeholder 3">
            <a:extLst>
              <a:ext uri="{FF2B5EF4-FFF2-40B4-BE49-F238E27FC236}">
                <a16:creationId xmlns:a16="http://schemas.microsoft.com/office/drawing/2014/main" id="{35721567-DB33-4C45-8615-7543562C69AC}"/>
              </a:ext>
            </a:extLst>
          </p:cNvPr>
          <p:cNvSpPr>
            <a:spLocks noGrp="1"/>
          </p:cNvSpPr>
          <p:nvPr>
            <p:ph type="pic" sz="quarter" idx="103"/>
          </p:nvPr>
        </p:nvSpPr>
        <p:spPr>
          <a:xfrm>
            <a:off x="10766159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04" name="Picture Placeholder 3">
            <a:extLst>
              <a:ext uri="{FF2B5EF4-FFF2-40B4-BE49-F238E27FC236}">
                <a16:creationId xmlns:a16="http://schemas.microsoft.com/office/drawing/2014/main" id="{DC0CE326-1D20-4E58-BD07-4F3F714C33AC}"/>
              </a:ext>
            </a:extLst>
          </p:cNvPr>
          <p:cNvSpPr>
            <a:spLocks noGrp="1"/>
          </p:cNvSpPr>
          <p:nvPr>
            <p:ph type="pic" sz="quarter" idx="104"/>
          </p:nvPr>
        </p:nvSpPr>
        <p:spPr>
          <a:xfrm>
            <a:off x="11383965" y="403613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05" name="Picture Placeholder 3">
            <a:extLst>
              <a:ext uri="{FF2B5EF4-FFF2-40B4-BE49-F238E27FC236}">
                <a16:creationId xmlns:a16="http://schemas.microsoft.com/office/drawing/2014/main" id="{F8659BAC-FEA6-4630-970C-0D2A6AC68B4D}"/>
              </a:ext>
            </a:extLst>
          </p:cNvPr>
          <p:cNvSpPr>
            <a:spLocks noGrp="1"/>
          </p:cNvSpPr>
          <p:nvPr>
            <p:ph type="pic" sz="quarter" idx="105"/>
          </p:nvPr>
        </p:nvSpPr>
        <p:spPr>
          <a:xfrm>
            <a:off x="263525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06" name="Picture Placeholder 3">
            <a:extLst>
              <a:ext uri="{FF2B5EF4-FFF2-40B4-BE49-F238E27FC236}">
                <a16:creationId xmlns:a16="http://schemas.microsoft.com/office/drawing/2014/main" id="{4CDDEEE9-1030-4C65-B825-72CE4282950C}"/>
              </a:ext>
            </a:extLst>
          </p:cNvPr>
          <p:cNvSpPr>
            <a:spLocks noGrp="1"/>
          </p:cNvSpPr>
          <p:nvPr>
            <p:ph type="pic" sz="quarter" idx="106"/>
          </p:nvPr>
        </p:nvSpPr>
        <p:spPr>
          <a:xfrm>
            <a:off x="881327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07" name="Picture Placeholder 3">
            <a:extLst>
              <a:ext uri="{FF2B5EF4-FFF2-40B4-BE49-F238E27FC236}">
                <a16:creationId xmlns:a16="http://schemas.microsoft.com/office/drawing/2014/main" id="{3309FA2B-7DF8-49A2-97C1-A4BA3B0152CD}"/>
              </a:ext>
            </a:extLst>
          </p:cNvPr>
          <p:cNvSpPr>
            <a:spLocks noGrp="1"/>
          </p:cNvSpPr>
          <p:nvPr>
            <p:ph type="pic" sz="quarter" idx="107"/>
          </p:nvPr>
        </p:nvSpPr>
        <p:spPr>
          <a:xfrm>
            <a:off x="1499129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08" name="Picture Placeholder 3">
            <a:extLst>
              <a:ext uri="{FF2B5EF4-FFF2-40B4-BE49-F238E27FC236}">
                <a16:creationId xmlns:a16="http://schemas.microsoft.com/office/drawing/2014/main" id="{A65D839D-CBB7-4C01-8E96-D05876D35D81}"/>
              </a:ext>
            </a:extLst>
          </p:cNvPr>
          <p:cNvSpPr>
            <a:spLocks noGrp="1"/>
          </p:cNvSpPr>
          <p:nvPr>
            <p:ph type="pic" sz="quarter" idx="108"/>
          </p:nvPr>
        </p:nvSpPr>
        <p:spPr>
          <a:xfrm>
            <a:off x="2116931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09" name="Picture Placeholder 3">
            <a:extLst>
              <a:ext uri="{FF2B5EF4-FFF2-40B4-BE49-F238E27FC236}">
                <a16:creationId xmlns:a16="http://schemas.microsoft.com/office/drawing/2014/main" id="{1E0787E0-4FB5-403C-B691-117B7A871569}"/>
              </a:ext>
            </a:extLst>
          </p:cNvPr>
          <p:cNvSpPr>
            <a:spLocks noGrp="1"/>
          </p:cNvSpPr>
          <p:nvPr>
            <p:ph type="pic" sz="quarter" idx="109"/>
          </p:nvPr>
        </p:nvSpPr>
        <p:spPr>
          <a:xfrm>
            <a:off x="2734733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10" name="Picture Placeholder 3">
            <a:extLst>
              <a:ext uri="{FF2B5EF4-FFF2-40B4-BE49-F238E27FC236}">
                <a16:creationId xmlns:a16="http://schemas.microsoft.com/office/drawing/2014/main" id="{02E1C102-B191-4ADC-96CB-C72F1A6712C5}"/>
              </a:ext>
            </a:extLst>
          </p:cNvPr>
          <p:cNvSpPr>
            <a:spLocks noGrp="1"/>
          </p:cNvSpPr>
          <p:nvPr>
            <p:ph type="pic" sz="quarter" idx="110"/>
          </p:nvPr>
        </p:nvSpPr>
        <p:spPr>
          <a:xfrm>
            <a:off x="3352535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11" name="Picture Placeholder 3">
            <a:extLst>
              <a:ext uri="{FF2B5EF4-FFF2-40B4-BE49-F238E27FC236}">
                <a16:creationId xmlns:a16="http://schemas.microsoft.com/office/drawing/2014/main" id="{0F732065-2560-4AA6-AE48-72DFD7DC4A7D}"/>
              </a:ext>
            </a:extLst>
          </p:cNvPr>
          <p:cNvSpPr>
            <a:spLocks noGrp="1"/>
          </p:cNvSpPr>
          <p:nvPr>
            <p:ph type="pic" sz="quarter" idx="111"/>
          </p:nvPr>
        </p:nvSpPr>
        <p:spPr>
          <a:xfrm>
            <a:off x="3970337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12" name="Picture Placeholder 3">
            <a:extLst>
              <a:ext uri="{FF2B5EF4-FFF2-40B4-BE49-F238E27FC236}">
                <a16:creationId xmlns:a16="http://schemas.microsoft.com/office/drawing/2014/main" id="{E8E85D65-4D51-4D6C-9930-2C6A76BF751D}"/>
              </a:ext>
            </a:extLst>
          </p:cNvPr>
          <p:cNvSpPr>
            <a:spLocks noGrp="1"/>
          </p:cNvSpPr>
          <p:nvPr>
            <p:ph type="pic" sz="quarter" idx="112"/>
          </p:nvPr>
        </p:nvSpPr>
        <p:spPr>
          <a:xfrm>
            <a:off x="4588139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13" name="Picture Placeholder 3">
            <a:extLst>
              <a:ext uri="{FF2B5EF4-FFF2-40B4-BE49-F238E27FC236}">
                <a16:creationId xmlns:a16="http://schemas.microsoft.com/office/drawing/2014/main" id="{7D02CBBE-C793-46E3-9B75-081BCDE78D5A}"/>
              </a:ext>
            </a:extLst>
          </p:cNvPr>
          <p:cNvSpPr>
            <a:spLocks noGrp="1"/>
          </p:cNvSpPr>
          <p:nvPr>
            <p:ph type="pic" sz="quarter" idx="113"/>
          </p:nvPr>
        </p:nvSpPr>
        <p:spPr>
          <a:xfrm>
            <a:off x="5205941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14" name="Picture Placeholder 3">
            <a:extLst>
              <a:ext uri="{FF2B5EF4-FFF2-40B4-BE49-F238E27FC236}">
                <a16:creationId xmlns:a16="http://schemas.microsoft.com/office/drawing/2014/main" id="{4592D546-EFDE-4B76-9BED-3F841CBD1A31}"/>
              </a:ext>
            </a:extLst>
          </p:cNvPr>
          <p:cNvSpPr>
            <a:spLocks noGrp="1"/>
          </p:cNvSpPr>
          <p:nvPr>
            <p:ph type="pic" sz="quarter" idx="114"/>
          </p:nvPr>
        </p:nvSpPr>
        <p:spPr>
          <a:xfrm>
            <a:off x="5823743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15" name="Picture Placeholder 3">
            <a:extLst>
              <a:ext uri="{FF2B5EF4-FFF2-40B4-BE49-F238E27FC236}">
                <a16:creationId xmlns:a16="http://schemas.microsoft.com/office/drawing/2014/main" id="{073E1E4B-A3B4-4665-857E-0EB63293E5F2}"/>
              </a:ext>
            </a:extLst>
          </p:cNvPr>
          <p:cNvSpPr>
            <a:spLocks noGrp="1"/>
          </p:cNvSpPr>
          <p:nvPr>
            <p:ph type="pic" sz="quarter" idx="115"/>
          </p:nvPr>
        </p:nvSpPr>
        <p:spPr>
          <a:xfrm>
            <a:off x="6441545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16" name="Picture Placeholder 3">
            <a:extLst>
              <a:ext uri="{FF2B5EF4-FFF2-40B4-BE49-F238E27FC236}">
                <a16:creationId xmlns:a16="http://schemas.microsoft.com/office/drawing/2014/main" id="{2B1490F0-B0A4-4BD4-BA04-267E958146C3}"/>
              </a:ext>
            </a:extLst>
          </p:cNvPr>
          <p:cNvSpPr>
            <a:spLocks noGrp="1"/>
          </p:cNvSpPr>
          <p:nvPr>
            <p:ph type="pic" sz="quarter" idx="116"/>
          </p:nvPr>
        </p:nvSpPr>
        <p:spPr>
          <a:xfrm>
            <a:off x="7059347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17" name="Picture Placeholder 3">
            <a:extLst>
              <a:ext uri="{FF2B5EF4-FFF2-40B4-BE49-F238E27FC236}">
                <a16:creationId xmlns:a16="http://schemas.microsoft.com/office/drawing/2014/main" id="{F84E156E-BC15-4A3C-9132-F9CB25A35287}"/>
              </a:ext>
            </a:extLst>
          </p:cNvPr>
          <p:cNvSpPr>
            <a:spLocks noGrp="1"/>
          </p:cNvSpPr>
          <p:nvPr>
            <p:ph type="pic" sz="quarter" idx="117"/>
          </p:nvPr>
        </p:nvSpPr>
        <p:spPr>
          <a:xfrm>
            <a:off x="7677149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18" name="Picture Placeholder 3">
            <a:extLst>
              <a:ext uri="{FF2B5EF4-FFF2-40B4-BE49-F238E27FC236}">
                <a16:creationId xmlns:a16="http://schemas.microsoft.com/office/drawing/2014/main" id="{DEF302F8-1351-412F-B121-3345A8F9A2AE}"/>
              </a:ext>
            </a:extLst>
          </p:cNvPr>
          <p:cNvSpPr>
            <a:spLocks noGrp="1"/>
          </p:cNvSpPr>
          <p:nvPr>
            <p:ph type="pic" sz="quarter" idx="118"/>
          </p:nvPr>
        </p:nvSpPr>
        <p:spPr>
          <a:xfrm>
            <a:off x="8294951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19" name="Picture Placeholder 3">
            <a:extLst>
              <a:ext uri="{FF2B5EF4-FFF2-40B4-BE49-F238E27FC236}">
                <a16:creationId xmlns:a16="http://schemas.microsoft.com/office/drawing/2014/main" id="{FAEB9563-58E3-439A-B15B-B76C8C28D74B}"/>
              </a:ext>
            </a:extLst>
          </p:cNvPr>
          <p:cNvSpPr>
            <a:spLocks noGrp="1"/>
          </p:cNvSpPr>
          <p:nvPr>
            <p:ph type="pic" sz="quarter" idx="119"/>
          </p:nvPr>
        </p:nvSpPr>
        <p:spPr>
          <a:xfrm>
            <a:off x="8912753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20" name="Picture Placeholder 3">
            <a:extLst>
              <a:ext uri="{FF2B5EF4-FFF2-40B4-BE49-F238E27FC236}">
                <a16:creationId xmlns:a16="http://schemas.microsoft.com/office/drawing/2014/main" id="{FABC0962-3285-43C1-AA07-5B073749178C}"/>
              </a:ext>
            </a:extLst>
          </p:cNvPr>
          <p:cNvSpPr>
            <a:spLocks noGrp="1"/>
          </p:cNvSpPr>
          <p:nvPr>
            <p:ph type="pic" sz="quarter" idx="120"/>
          </p:nvPr>
        </p:nvSpPr>
        <p:spPr>
          <a:xfrm>
            <a:off x="9530555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21" name="Picture Placeholder 3">
            <a:extLst>
              <a:ext uri="{FF2B5EF4-FFF2-40B4-BE49-F238E27FC236}">
                <a16:creationId xmlns:a16="http://schemas.microsoft.com/office/drawing/2014/main" id="{62B37DF1-6F3B-40E7-A9F0-BE6353DC8615}"/>
              </a:ext>
            </a:extLst>
          </p:cNvPr>
          <p:cNvSpPr>
            <a:spLocks noGrp="1"/>
          </p:cNvSpPr>
          <p:nvPr>
            <p:ph type="pic" sz="quarter" idx="121"/>
          </p:nvPr>
        </p:nvSpPr>
        <p:spPr>
          <a:xfrm>
            <a:off x="10148357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22" name="Picture Placeholder 3">
            <a:extLst>
              <a:ext uri="{FF2B5EF4-FFF2-40B4-BE49-F238E27FC236}">
                <a16:creationId xmlns:a16="http://schemas.microsoft.com/office/drawing/2014/main" id="{C8BFD0B8-5443-4406-8ACA-4812A4197B59}"/>
              </a:ext>
            </a:extLst>
          </p:cNvPr>
          <p:cNvSpPr>
            <a:spLocks noGrp="1"/>
          </p:cNvSpPr>
          <p:nvPr>
            <p:ph type="pic" sz="quarter" idx="122"/>
          </p:nvPr>
        </p:nvSpPr>
        <p:spPr>
          <a:xfrm>
            <a:off x="10766159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23" name="Picture Placeholder 3">
            <a:extLst>
              <a:ext uri="{FF2B5EF4-FFF2-40B4-BE49-F238E27FC236}">
                <a16:creationId xmlns:a16="http://schemas.microsoft.com/office/drawing/2014/main" id="{89FB2940-1141-484F-A1DD-53F7CCB210BB}"/>
              </a:ext>
            </a:extLst>
          </p:cNvPr>
          <p:cNvSpPr>
            <a:spLocks noGrp="1"/>
          </p:cNvSpPr>
          <p:nvPr>
            <p:ph type="pic" sz="quarter" idx="123"/>
          </p:nvPr>
        </p:nvSpPr>
        <p:spPr>
          <a:xfrm>
            <a:off x="11383965" y="4735575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24" name="Picture Placeholder 3">
            <a:extLst>
              <a:ext uri="{FF2B5EF4-FFF2-40B4-BE49-F238E27FC236}">
                <a16:creationId xmlns:a16="http://schemas.microsoft.com/office/drawing/2014/main" id="{3B4F1262-FE44-4A3A-82D5-7B4645E3B56B}"/>
              </a:ext>
            </a:extLst>
          </p:cNvPr>
          <p:cNvSpPr>
            <a:spLocks noGrp="1"/>
          </p:cNvSpPr>
          <p:nvPr>
            <p:ph type="pic" sz="quarter" idx="124"/>
          </p:nvPr>
        </p:nvSpPr>
        <p:spPr>
          <a:xfrm>
            <a:off x="263525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25" name="Picture Placeholder 3">
            <a:extLst>
              <a:ext uri="{FF2B5EF4-FFF2-40B4-BE49-F238E27FC236}">
                <a16:creationId xmlns:a16="http://schemas.microsoft.com/office/drawing/2014/main" id="{54EB9E2E-6DB6-4ACE-8906-7386589E626E}"/>
              </a:ext>
            </a:extLst>
          </p:cNvPr>
          <p:cNvSpPr>
            <a:spLocks noGrp="1"/>
          </p:cNvSpPr>
          <p:nvPr>
            <p:ph type="pic" sz="quarter" idx="125"/>
          </p:nvPr>
        </p:nvSpPr>
        <p:spPr>
          <a:xfrm>
            <a:off x="881327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26" name="Picture Placeholder 3">
            <a:extLst>
              <a:ext uri="{FF2B5EF4-FFF2-40B4-BE49-F238E27FC236}">
                <a16:creationId xmlns:a16="http://schemas.microsoft.com/office/drawing/2014/main" id="{0D784079-1370-46EC-A680-4794D9785233}"/>
              </a:ext>
            </a:extLst>
          </p:cNvPr>
          <p:cNvSpPr>
            <a:spLocks noGrp="1"/>
          </p:cNvSpPr>
          <p:nvPr>
            <p:ph type="pic" sz="quarter" idx="126"/>
          </p:nvPr>
        </p:nvSpPr>
        <p:spPr>
          <a:xfrm>
            <a:off x="1499129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27" name="Picture Placeholder 3">
            <a:extLst>
              <a:ext uri="{FF2B5EF4-FFF2-40B4-BE49-F238E27FC236}">
                <a16:creationId xmlns:a16="http://schemas.microsoft.com/office/drawing/2014/main" id="{286050DF-F03B-41EE-9962-F9CC5173056B}"/>
              </a:ext>
            </a:extLst>
          </p:cNvPr>
          <p:cNvSpPr>
            <a:spLocks noGrp="1"/>
          </p:cNvSpPr>
          <p:nvPr>
            <p:ph type="pic" sz="quarter" idx="127"/>
          </p:nvPr>
        </p:nvSpPr>
        <p:spPr>
          <a:xfrm>
            <a:off x="2116931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28" name="Picture Placeholder 3">
            <a:extLst>
              <a:ext uri="{FF2B5EF4-FFF2-40B4-BE49-F238E27FC236}">
                <a16:creationId xmlns:a16="http://schemas.microsoft.com/office/drawing/2014/main" id="{9646F6DE-C08A-4D11-AB97-4E3602D38A3A}"/>
              </a:ext>
            </a:extLst>
          </p:cNvPr>
          <p:cNvSpPr>
            <a:spLocks noGrp="1"/>
          </p:cNvSpPr>
          <p:nvPr>
            <p:ph type="pic" sz="quarter" idx="128"/>
          </p:nvPr>
        </p:nvSpPr>
        <p:spPr>
          <a:xfrm>
            <a:off x="2734733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29" name="Picture Placeholder 3">
            <a:extLst>
              <a:ext uri="{FF2B5EF4-FFF2-40B4-BE49-F238E27FC236}">
                <a16:creationId xmlns:a16="http://schemas.microsoft.com/office/drawing/2014/main" id="{56E0D223-3251-4C49-88CD-4872E28BFCA6}"/>
              </a:ext>
            </a:extLst>
          </p:cNvPr>
          <p:cNvSpPr>
            <a:spLocks noGrp="1"/>
          </p:cNvSpPr>
          <p:nvPr>
            <p:ph type="pic" sz="quarter" idx="129"/>
          </p:nvPr>
        </p:nvSpPr>
        <p:spPr>
          <a:xfrm>
            <a:off x="3352535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30" name="Picture Placeholder 3">
            <a:extLst>
              <a:ext uri="{FF2B5EF4-FFF2-40B4-BE49-F238E27FC236}">
                <a16:creationId xmlns:a16="http://schemas.microsoft.com/office/drawing/2014/main" id="{4D9A9F27-3F53-411A-B9E1-E95820D07551}"/>
              </a:ext>
            </a:extLst>
          </p:cNvPr>
          <p:cNvSpPr>
            <a:spLocks noGrp="1"/>
          </p:cNvSpPr>
          <p:nvPr>
            <p:ph type="pic" sz="quarter" idx="130"/>
          </p:nvPr>
        </p:nvSpPr>
        <p:spPr>
          <a:xfrm>
            <a:off x="3970337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31" name="Picture Placeholder 3">
            <a:extLst>
              <a:ext uri="{FF2B5EF4-FFF2-40B4-BE49-F238E27FC236}">
                <a16:creationId xmlns:a16="http://schemas.microsoft.com/office/drawing/2014/main" id="{A394F9E7-0BF5-4E07-964E-17BB659FD27F}"/>
              </a:ext>
            </a:extLst>
          </p:cNvPr>
          <p:cNvSpPr>
            <a:spLocks noGrp="1"/>
          </p:cNvSpPr>
          <p:nvPr>
            <p:ph type="pic" sz="quarter" idx="131"/>
          </p:nvPr>
        </p:nvSpPr>
        <p:spPr>
          <a:xfrm>
            <a:off x="4588139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32" name="Picture Placeholder 3">
            <a:extLst>
              <a:ext uri="{FF2B5EF4-FFF2-40B4-BE49-F238E27FC236}">
                <a16:creationId xmlns:a16="http://schemas.microsoft.com/office/drawing/2014/main" id="{2A80C605-4F4F-430F-9FD5-9B4AA176EB56}"/>
              </a:ext>
            </a:extLst>
          </p:cNvPr>
          <p:cNvSpPr>
            <a:spLocks noGrp="1"/>
          </p:cNvSpPr>
          <p:nvPr>
            <p:ph type="pic" sz="quarter" idx="132"/>
          </p:nvPr>
        </p:nvSpPr>
        <p:spPr>
          <a:xfrm>
            <a:off x="5205941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33" name="Picture Placeholder 3">
            <a:extLst>
              <a:ext uri="{FF2B5EF4-FFF2-40B4-BE49-F238E27FC236}">
                <a16:creationId xmlns:a16="http://schemas.microsoft.com/office/drawing/2014/main" id="{42D636A3-CEC9-4532-8ABD-C7474A4C2709}"/>
              </a:ext>
            </a:extLst>
          </p:cNvPr>
          <p:cNvSpPr>
            <a:spLocks noGrp="1"/>
          </p:cNvSpPr>
          <p:nvPr>
            <p:ph type="pic" sz="quarter" idx="133"/>
          </p:nvPr>
        </p:nvSpPr>
        <p:spPr>
          <a:xfrm>
            <a:off x="5823743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34" name="Picture Placeholder 3">
            <a:extLst>
              <a:ext uri="{FF2B5EF4-FFF2-40B4-BE49-F238E27FC236}">
                <a16:creationId xmlns:a16="http://schemas.microsoft.com/office/drawing/2014/main" id="{07C2C09A-C51B-4EB4-8A5F-9E91BB333FFD}"/>
              </a:ext>
            </a:extLst>
          </p:cNvPr>
          <p:cNvSpPr>
            <a:spLocks noGrp="1"/>
          </p:cNvSpPr>
          <p:nvPr>
            <p:ph type="pic" sz="quarter" idx="134"/>
          </p:nvPr>
        </p:nvSpPr>
        <p:spPr>
          <a:xfrm>
            <a:off x="6441545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35" name="Picture Placeholder 3">
            <a:extLst>
              <a:ext uri="{FF2B5EF4-FFF2-40B4-BE49-F238E27FC236}">
                <a16:creationId xmlns:a16="http://schemas.microsoft.com/office/drawing/2014/main" id="{BD58E47F-2B7A-4998-867C-E0AE1E70C963}"/>
              </a:ext>
            </a:extLst>
          </p:cNvPr>
          <p:cNvSpPr>
            <a:spLocks noGrp="1"/>
          </p:cNvSpPr>
          <p:nvPr>
            <p:ph type="pic" sz="quarter" idx="135"/>
          </p:nvPr>
        </p:nvSpPr>
        <p:spPr>
          <a:xfrm>
            <a:off x="7059347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36" name="Picture Placeholder 3">
            <a:extLst>
              <a:ext uri="{FF2B5EF4-FFF2-40B4-BE49-F238E27FC236}">
                <a16:creationId xmlns:a16="http://schemas.microsoft.com/office/drawing/2014/main" id="{14C05167-1827-41B5-B874-DA7BC8D36BA2}"/>
              </a:ext>
            </a:extLst>
          </p:cNvPr>
          <p:cNvSpPr>
            <a:spLocks noGrp="1"/>
          </p:cNvSpPr>
          <p:nvPr>
            <p:ph type="pic" sz="quarter" idx="136"/>
          </p:nvPr>
        </p:nvSpPr>
        <p:spPr>
          <a:xfrm>
            <a:off x="7677149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37" name="Picture Placeholder 3">
            <a:extLst>
              <a:ext uri="{FF2B5EF4-FFF2-40B4-BE49-F238E27FC236}">
                <a16:creationId xmlns:a16="http://schemas.microsoft.com/office/drawing/2014/main" id="{FE578703-0F57-4215-B777-20EEF89A144E}"/>
              </a:ext>
            </a:extLst>
          </p:cNvPr>
          <p:cNvSpPr>
            <a:spLocks noGrp="1"/>
          </p:cNvSpPr>
          <p:nvPr>
            <p:ph type="pic" sz="quarter" idx="137"/>
          </p:nvPr>
        </p:nvSpPr>
        <p:spPr>
          <a:xfrm>
            <a:off x="8294951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38" name="Picture Placeholder 3">
            <a:extLst>
              <a:ext uri="{FF2B5EF4-FFF2-40B4-BE49-F238E27FC236}">
                <a16:creationId xmlns:a16="http://schemas.microsoft.com/office/drawing/2014/main" id="{12969293-A09E-4EF3-A143-0909BF9C9AE9}"/>
              </a:ext>
            </a:extLst>
          </p:cNvPr>
          <p:cNvSpPr>
            <a:spLocks noGrp="1"/>
          </p:cNvSpPr>
          <p:nvPr>
            <p:ph type="pic" sz="quarter" idx="138"/>
          </p:nvPr>
        </p:nvSpPr>
        <p:spPr>
          <a:xfrm>
            <a:off x="8912753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39" name="Picture Placeholder 3">
            <a:extLst>
              <a:ext uri="{FF2B5EF4-FFF2-40B4-BE49-F238E27FC236}">
                <a16:creationId xmlns:a16="http://schemas.microsoft.com/office/drawing/2014/main" id="{A941F7EB-C0FE-4F3A-8C94-29C2C19C0B04}"/>
              </a:ext>
            </a:extLst>
          </p:cNvPr>
          <p:cNvSpPr>
            <a:spLocks noGrp="1"/>
          </p:cNvSpPr>
          <p:nvPr>
            <p:ph type="pic" sz="quarter" idx="139"/>
          </p:nvPr>
        </p:nvSpPr>
        <p:spPr>
          <a:xfrm>
            <a:off x="9530555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40" name="Picture Placeholder 3">
            <a:extLst>
              <a:ext uri="{FF2B5EF4-FFF2-40B4-BE49-F238E27FC236}">
                <a16:creationId xmlns:a16="http://schemas.microsoft.com/office/drawing/2014/main" id="{F2A3E907-342F-468A-A5D6-582845FC52B8}"/>
              </a:ext>
            </a:extLst>
          </p:cNvPr>
          <p:cNvSpPr>
            <a:spLocks noGrp="1"/>
          </p:cNvSpPr>
          <p:nvPr>
            <p:ph type="pic" sz="quarter" idx="140"/>
          </p:nvPr>
        </p:nvSpPr>
        <p:spPr>
          <a:xfrm>
            <a:off x="10148357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41" name="Picture Placeholder 3">
            <a:extLst>
              <a:ext uri="{FF2B5EF4-FFF2-40B4-BE49-F238E27FC236}">
                <a16:creationId xmlns:a16="http://schemas.microsoft.com/office/drawing/2014/main" id="{C2C98313-FF85-43C8-A8A1-8706D4DD9997}"/>
              </a:ext>
            </a:extLst>
          </p:cNvPr>
          <p:cNvSpPr>
            <a:spLocks noGrp="1"/>
          </p:cNvSpPr>
          <p:nvPr>
            <p:ph type="pic" sz="quarter" idx="141"/>
          </p:nvPr>
        </p:nvSpPr>
        <p:spPr>
          <a:xfrm>
            <a:off x="10766159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42" name="Picture Placeholder 3">
            <a:extLst>
              <a:ext uri="{FF2B5EF4-FFF2-40B4-BE49-F238E27FC236}">
                <a16:creationId xmlns:a16="http://schemas.microsoft.com/office/drawing/2014/main" id="{E4623E41-E61B-4B96-AFD6-72DF499DFB81}"/>
              </a:ext>
            </a:extLst>
          </p:cNvPr>
          <p:cNvSpPr>
            <a:spLocks noGrp="1"/>
          </p:cNvSpPr>
          <p:nvPr>
            <p:ph type="pic" sz="quarter" idx="142"/>
          </p:nvPr>
        </p:nvSpPr>
        <p:spPr>
          <a:xfrm>
            <a:off x="11383965" y="541896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44" name="Picture Placeholder 3">
            <a:extLst>
              <a:ext uri="{FF2B5EF4-FFF2-40B4-BE49-F238E27FC236}">
                <a16:creationId xmlns:a16="http://schemas.microsoft.com/office/drawing/2014/main" id="{D5B1BD99-AFED-4B1F-8A06-8E024B506B41}"/>
              </a:ext>
            </a:extLst>
          </p:cNvPr>
          <p:cNvSpPr>
            <a:spLocks noGrp="1"/>
          </p:cNvSpPr>
          <p:nvPr>
            <p:ph type="pic" sz="quarter" idx="143"/>
          </p:nvPr>
        </p:nvSpPr>
        <p:spPr>
          <a:xfrm>
            <a:off x="263525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45" name="Picture Placeholder 3">
            <a:extLst>
              <a:ext uri="{FF2B5EF4-FFF2-40B4-BE49-F238E27FC236}">
                <a16:creationId xmlns:a16="http://schemas.microsoft.com/office/drawing/2014/main" id="{F14EFAF5-9ACD-47D2-9D60-55AC755ED5F6}"/>
              </a:ext>
            </a:extLst>
          </p:cNvPr>
          <p:cNvSpPr>
            <a:spLocks noGrp="1"/>
          </p:cNvSpPr>
          <p:nvPr>
            <p:ph type="pic" sz="quarter" idx="144"/>
          </p:nvPr>
        </p:nvSpPr>
        <p:spPr>
          <a:xfrm>
            <a:off x="881327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46" name="Picture Placeholder 3">
            <a:extLst>
              <a:ext uri="{FF2B5EF4-FFF2-40B4-BE49-F238E27FC236}">
                <a16:creationId xmlns:a16="http://schemas.microsoft.com/office/drawing/2014/main" id="{D7114E78-E981-481F-B946-9F1D22A3549D}"/>
              </a:ext>
            </a:extLst>
          </p:cNvPr>
          <p:cNvSpPr>
            <a:spLocks noGrp="1"/>
          </p:cNvSpPr>
          <p:nvPr>
            <p:ph type="pic" sz="quarter" idx="145"/>
          </p:nvPr>
        </p:nvSpPr>
        <p:spPr>
          <a:xfrm>
            <a:off x="1499129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47" name="Picture Placeholder 3">
            <a:extLst>
              <a:ext uri="{FF2B5EF4-FFF2-40B4-BE49-F238E27FC236}">
                <a16:creationId xmlns:a16="http://schemas.microsoft.com/office/drawing/2014/main" id="{F33A395B-D3D7-43F2-A2F9-8B4D0A77D90A}"/>
              </a:ext>
            </a:extLst>
          </p:cNvPr>
          <p:cNvSpPr>
            <a:spLocks noGrp="1"/>
          </p:cNvSpPr>
          <p:nvPr>
            <p:ph type="pic" sz="quarter" idx="146"/>
          </p:nvPr>
        </p:nvSpPr>
        <p:spPr>
          <a:xfrm>
            <a:off x="2116931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48" name="Picture Placeholder 3">
            <a:extLst>
              <a:ext uri="{FF2B5EF4-FFF2-40B4-BE49-F238E27FC236}">
                <a16:creationId xmlns:a16="http://schemas.microsoft.com/office/drawing/2014/main" id="{E740AC7B-34ED-4FB3-AB9B-DA89F31356B7}"/>
              </a:ext>
            </a:extLst>
          </p:cNvPr>
          <p:cNvSpPr>
            <a:spLocks noGrp="1"/>
          </p:cNvSpPr>
          <p:nvPr>
            <p:ph type="pic" sz="quarter" idx="147"/>
          </p:nvPr>
        </p:nvSpPr>
        <p:spPr>
          <a:xfrm>
            <a:off x="2734733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49" name="Picture Placeholder 3">
            <a:extLst>
              <a:ext uri="{FF2B5EF4-FFF2-40B4-BE49-F238E27FC236}">
                <a16:creationId xmlns:a16="http://schemas.microsoft.com/office/drawing/2014/main" id="{E00CDCB4-8BDE-408E-A0A8-57EE4276F16B}"/>
              </a:ext>
            </a:extLst>
          </p:cNvPr>
          <p:cNvSpPr>
            <a:spLocks noGrp="1"/>
          </p:cNvSpPr>
          <p:nvPr>
            <p:ph type="pic" sz="quarter" idx="148"/>
          </p:nvPr>
        </p:nvSpPr>
        <p:spPr>
          <a:xfrm>
            <a:off x="3352535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50" name="Picture Placeholder 3">
            <a:extLst>
              <a:ext uri="{FF2B5EF4-FFF2-40B4-BE49-F238E27FC236}">
                <a16:creationId xmlns:a16="http://schemas.microsoft.com/office/drawing/2014/main" id="{976DA504-426C-41AB-97D0-436310D4F9F8}"/>
              </a:ext>
            </a:extLst>
          </p:cNvPr>
          <p:cNvSpPr>
            <a:spLocks noGrp="1"/>
          </p:cNvSpPr>
          <p:nvPr>
            <p:ph type="pic" sz="quarter" idx="149"/>
          </p:nvPr>
        </p:nvSpPr>
        <p:spPr>
          <a:xfrm>
            <a:off x="3970337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51" name="Picture Placeholder 3">
            <a:extLst>
              <a:ext uri="{FF2B5EF4-FFF2-40B4-BE49-F238E27FC236}">
                <a16:creationId xmlns:a16="http://schemas.microsoft.com/office/drawing/2014/main" id="{E8F82A07-9276-4CA3-8922-D4361C9F6023}"/>
              </a:ext>
            </a:extLst>
          </p:cNvPr>
          <p:cNvSpPr>
            <a:spLocks noGrp="1"/>
          </p:cNvSpPr>
          <p:nvPr>
            <p:ph type="pic" sz="quarter" idx="150"/>
          </p:nvPr>
        </p:nvSpPr>
        <p:spPr>
          <a:xfrm>
            <a:off x="4588139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52" name="Picture Placeholder 3">
            <a:extLst>
              <a:ext uri="{FF2B5EF4-FFF2-40B4-BE49-F238E27FC236}">
                <a16:creationId xmlns:a16="http://schemas.microsoft.com/office/drawing/2014/main" id="{343C05C6-B5A3-469D-B24B-5ABD5A75F88E}"/>
              </a:ext>
            </a:extLst>
          </p:cNvPr>
          <p:cNvSpPr>
            <a:spLocks noGrp="1"/>
          </p:cNvSpPr>
          <p:nvPr>
            <p:ph type="pic" sz="quarter" idx="151"/>
          </p:nvPr>
        </p:nvSpPr>
        <p:spPr>
          <a:xfrm>
            <a:off x="5205941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53" name="Picture Placeholder 3">
            <a:extLst>
              <a:ext uri="{FF2B5EF4-FFF2-40B4-BE49-F238E27FC236}">
                <a16:creationId xmlns:a16="http://schemas.microsoft.com/office/drawing/2014/main" id="{85BF6D52-4D8B-41D6-8757-45A03D950565}"/>
              </a:ext>
            </a:extLst>
          </p:cNvPr>
          <p:cNvSpPr>
            <a:spLocks noGrp="1"/>
          </p:cNvSpPr>
          <p:nvPr>
            <p:ph type="pic" sz="quarter" idx="152"/>
          </p:nvPr>
        </p:nvSpPr>
        <p:spPr>
          <a:xfrm>
            <a:off x="5823743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54" name="Picture Placeholder 3">
            <a:extLst>
              <a:ext uri="{FF2B5EF4-FFF2-40B4-BE49-F238E27FC236}">
                <a16:creationId xmlns:a16="http://schemas.microsoft.com/office/drawing/2014/main" id="{1F4A6CD7-0B20-4C90-B26F-05EA65C02768}"/>
              </a:ext>
            </a:extLst>
          </p:cNvPr>
          <p:cNvSpPr>
            <a:spLocks noGrp="1"/>
          </p:cNvSpPr>
          <p:nvPr>
            <p:ph type="pic" sz="quarter" idx="153"/>
          </p:nvPr>
        </p:nvSpPr>
        <p:spPr>
          <a:xfrm>
            <a:off x="6441545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55" name="Picture Placeholder 3">
            <a:extLst>
              <a:ext uri="{FF2B5EF4-FFF2-40B4-BE49-F238E27FC236}">
                <a16:creationId xmlns:a16="http://schemas.microsoft.com/office/drawing/2014/main" id="{A0864688-983B-4ABD-A48A-A82BEC3138A8}"/>
              </a:ext>
            </a:extLst>
          </p:cNvPr>
          <p:cNvSpPr>
            <a:spLocks noGrp="1"/>
          </p:cNvSpPr>
          <p:nvPr>
            <p:ph type="pic" sz="quarter" idx="154"/>
          </p:nvPr>
        </p:nvSpPr>
        <p:spPr>
          <a:xfrm>
            <a:off x="7059347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56" name="Picture Placeholder 3">
            <a:extLst>
              <a:ext uri="{FF2B5EF4-FFF2-40B4-BE49-F238E27FC236}">
                <a16:creationId xmlns:a16="http://schemas.microsoft.com/office/drawing/2014/main" id="{7F7AF68B-8654-4E15-958F-FCB0CF09190B}"/>
              </a:ext>
            </a:extLst>
          </p:cNvPr>
          <p:cNvSpPr>
            <a:spLocks noGrp="1"/>
          </p:cNvSpPr>
          <p:nvPr>
            <p:ph type="pic" sz="quarter" idx="155"/>
          </p:nvPr>
        </p:nvSpPr>
        <p:spPr>
          <a:xfrm>
            <a:off x="7677149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57" name="Picture Placeholder 3">
            <a:extLst>
              <a:ext uri="{FF2B5EF4-FFF2-40B4-BE49-F238E27FC236}">
                <a16:creationId xmlns:a16="http://schemas.microsoft.com/office/drawing/2014/main" id="{A38EEF11-F9F5-4101-A820-5620C22FD88C}"/>
              </a:ext>
            </a:extLst>
          </p:cNvPr>
          <p:cNvSpPr>
            <a:spLocks noGrp="1"/>
          </p:cNvSpPr>
          <p:nvPr>
            <p:ph type="pic" sz="quarter" idx="156"/>
          </p:nvPr>
        </p:nvSpPr>
        <p:spPr>
          <a:xfrm>
            <a:off x="8294951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58" name="Picture Placeholder 3">
            <a:extLst>
              <a:ext uri="{FF2B5EF4-FFF2-40B4-BE49-F238E27FC236}">
                <a16:creationId xmlns:a16="http://schemas.microsoft.com/office/drawing/2014/main" id="{AD6D0E24-F5F0-4099-A04F-1221D594177A}"/>
              </a:ext>
            </a:extLst>
          </p:cNvPr>
          <p:cNvSpPr>
            <a:spLocks noGrp="1"/>
          </p:cNvSpPr>
          <p:nvPr>
            <p:ph type="pic" sz="quarter" idx="157"/>
          </p:nvPr>
        </p:nvSpPr>
        <p:spPr>
          <a:xfrm>
            <a:off x="8912753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59" name="Picture Placeholder 3">
            <a:extLst>
              <a:ext uri="{FF2B5EF4-FFF2-40B4-BE49-F238E27FC236}">
                <a16:creationId xmlns:a16="http://schemas.microsoft.com/office/drawing/2014/main" id="{75A17AAE-D26E-4424-ABC7-19F8409C7D6B}"/>
              </a:ext>
            </a:extLst>
          </p:cNvPr>
          <p:cNvSpPr>
            <a:spLocks noGrp="1"/>
          </p:cNvSpPr>
          <p:nvPr>
            <p:ph type="pic" sz="quarter" idx="158"/>
          </p:nvPr>
        </p:nvSpPr>
        <p:spPr>
          <a:xfrm>
            <a:off x="9530555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63" name="Title 1">
            <a:extLst>
              <a:ext uri="{FF2B5EF4-FFF2-40B4-BE49-F238E27FC236}">
                <a16:creationId xmlns:a16="http://schemas.microsoft.com/office/drawing/2014/main" id="{26D2860D-F1A7-4AB0-8335-949E89DF3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42800"/>
            <a:ext cx="11664949" cy="453444"/>
          </a:xfrm>
          <a:prstGeom prst="rect">
            <a:avLst/>
          </a:prstGeom>
        </p:spPr>
        <p:txBody>
          <a:bodyPr lIns="0" tIns="0" rIns="0" bIns="0"/>
          <a:lstStyle>
            <a:lvl1pPr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FE2426D0-A109-2E4E-802B-82E0DB920266}"/>
              </a:ext>
            </a:extLst>
          </p:cNvPr>
          <p:cNvCxnSpPr>
            <a:cxnSpLocks/>
          </p:cNvCxnSpPr>
          <p:nvPr/>
        </p:nvCxnSpPr>
        <p:spPr>
          <a:xfrm>
            <a:off x="263525" y="260350"/>
            <a:ext cx="43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Picture Placeholder 3">
            <a:extLst>
              <a:ext uri="{FF2B5EF4-FFF2-40B4-BE49-F238E27FC236}">
                <a16:creationId xmlns:a16="http://schemas.microsoft.com/office/drawing/2014/main" id="{139E1FDB-7A45-654F-A9D4-C8DDF84FD9C5}"/>
              </a:ext>
            </a:extLst>
          </p:cNvPr>
          <p:cNvSpPr>
            <a:spLocks noGrp="1"/>
          </p:cNvSpPr>
          <p:nvPr>
            <p:ph type="pic" sz="quarter" idx="159"/>
          </p:nvPr>
        </p:nvSpPr>
        <p:spPr>
          <a:xfrm>
            <a:off x="10144071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62" name="Picture Placeholder 3">
            <a:extLst>
              <a:ext uri="{FF2B5EF4-FFF2-40B4-BE49-F238E27FC236}">
                <a16:creationId xmlns:a16="http://schemas.microsoft.com/office/drawing/2014/main" id="{7B3C680E-821E-154C-9D4E-B799F54D596A}"/>
              </a:ext>
            </a:extLst>
          </p:cNvPr>
          <p:cNvSpPr>
            <a:spLocks noGrp="1"/>
          </p:cNvSpPr>
          <p:nvPr>
            <p:ph type="pic" sz="quarter" idx="160"/>
          </p:nvPr>
        </p:nvSpPr>
        <p:spPr>
          <a:xfrm>
            <a:off x="10761873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164" name="Picture Placeholder 3">
            <a:extLst>
              <a:ext uri="{FF2B5EF4-FFF2-40B4-BE49-F238E27FC236}">
                <a16:creationId xmlns:a16="http://schemas.microsoft.com/office/drawing/2014/main" id="{4C41A32D-6F5A-734B-BB38-488440DB6B96}"/>
              </a:ext>
            </a:extLst>
          </p:cNvPr>
          <p:cNvSpPr>
            <a:spLocks noGrp="1"/>
          </p:cNvSpPr>
          <p:nvPr>
            <p:ph type="pic" sz="quarter" idx="161"/>
          </p:nvPr>
        </p:nvSpPr>
        <p:spPr>
          <a:xfrm>
            <a:off x="11379675" y="6102353"/>
            <a:ext cx="495297" cy="495297"/>
          </a:xfrm>
          <a:prstGeom prst="rect">
            <a:avLst/>
          </a:prstGeom>
        </p:spPr>
        <p:txBody>
          <a:bodyPr/>
          <a:lstStyle>
            <a:lvl1pPr algn="ctr">
              <a:defRPr sz="7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59986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1 Logo Clos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EB5448E-2985-4A5A-BEF7-1CE29045550E}"/>
              </a:ext>
            </a:extLst>
          </p:cNvPr>
          <p:cNvSpPr/>
          <p:nvPr/>
        </p:nvSpPr>
        <p:spPr>
          <a:xfrm>
            <a:off x="3345603" y="3082973"/>
            <a:ext cx="5500795" cy="692054"/>
          </a:xfrm>
          <a:custGeom>
            <a:avLst/>
            <a:gdLst>
              <a:gd name="connsiteX0" fmla="*/ 169544 w 1371600"/>
              <a:gd name="connsiteY0" fmla="*/ 129699 h 172561"/>
              <a:gd name="connsiteX1" fmla="*/ 286702 w 1371600"/>
              <a:gd name="connsiteY1" fmla="*/ 129699 h 172561"/>
              <a:gd name="connsiteX2" fmla="*/ 280987 w 1371600"/>
              <a:gd name="connsiteY2" fmla="*/ 168752 h 172561"/>
              <a:gd name="connsiteX3" fmla="*/ 162877 w 1371600"/>
              <a:gd name="connsiteY3" fmla="*/ 168752 h 172561"/>
              <a:gd name="connsiteX4" fmla="*/ 1343977 w 1371600"/>
              <a:gd name="connsiteY4" fmla="*/ 124936 h 172561"/>
              <a:gd name="connsiteX5" fmla="*/ 1331595 w 1371600"/>
              <a:gd name="connsiteY5" fmla="*/ 144938 h 172561"/>
              <a:gd name="connsiteX6" fmla="*/ 1343025 w 1371600"/>
              <a:gd name="connsiteY6" fmla="*/ 163989 h 172561"/>
              <a:gd name="connsiteX7" fmla="*/ 1355407 w 1371600"/>
              <a:gd name="connsiteY7" fmla="*/ 151606 h 172561"/>
              <a:gd name="connsiteX8" fmla="*/ 1355407 w 1371600"/>
              <a:gd name="connsiteY8" fmla="*/ 136366 h 172561"/>
              <a:gd name="connsiteX9" fmla="*/ 1343977 w 1371600"/>
              <a:gd name="connsiteY9" fmla="*/ 124936 h 172561"/>
              <a:gd name="connsiteX10" fmla="*/ 884872 w 1371600"/>
              <a:gd name="connsiteY10" fmla="*/ 124936 h 172561"/>
              <a:gd name="connsiteX11" fmla="*/ 872489 w 1371600"/>
              <a:gd name="connsiteY11" fmla="*/ 138271 h 172561"/>
              <a:gd name="connsiteX12" fmla="*/ 872489 w 1371600"/>
              <a:gd name="connsiteY12" fmla="*/ 152558 h 172561"/>
              <a:gd name="connsiteX13" fmla="*/ 883920 w 1371600"/>
              <a:gd name="connsiteY13" fmla="*/ 164941 h 172561"/>
              <a:gd name="connsiteX14" fmla="*/ 895349 w 1371600"/>
              <a:gd name="connsiteY14" fmla="*/ 143986 h 172561"/>
              <a:gd name="connsiteX15" fmla="*/ 884872 w 1371600"/>
              <a:gd name="connsiteY15" fmla="*/ 124936 h 172561"/>
              <a:gd name="connsiteX16" fmla="*/ 1227772 w 1371600"/>
              <a:gd name="connsiteY16" fmla="*/ 123984 h 172561"/>
              <a:gd name="connsiteX17" fmla="*/ 1216342 w 1371600"/>
              <a:gd name="connsiteY17" fmla="*/ 143986 h 172561"/>
              <a:gd name="connsiteX18" fmla="*/ 1227772 w 1371600"/>
              <a:gd name="connsiteY18" fmla="*/ 164941 h 172561"/>
              <a:gd name="connsiteX19" fmla="*/ 1239202 w 1371600"/>
              <a:gd name="connsiteY19" fmla="*/ 144938 h 172561"/>
              <a:gd name="connsiteX20" fmla="*/ 1227772 w 1371600"/>
              <a:gd name="connsiteY20" fmla="*/ 123984 h 172561"/>
              <a:gd name="connsiteX21" fmla="*/ 1048702 w 1371600"/>
              <a:gd name="connsiteY21" fmla="*/ 123984 h 172561"/>
              <a:gd name="connsiteX22" fmla="*/ 1037272 w 1371600"/>
              <a:gd name="connsiteY22" fmla="*/ 139224 h 172561"/>
              <a:gd name="connsiteX23" fmla="*/ 1058227 w 1371600"/>
              <a:gd name="connsiteY23" fmla="*/ 139224 h 172561"/>
              <a:gd name="connsiteX24" fmla="*/ 1058227 w 1371600"/>
              <a:gd name="connsiteY24" fmla="*/ 137318 h 172561"/>
              <a:gd name="connsiteX25" fmla="*/ 1048702 w 1371600"/>
              <a:gd name="connsiteY25" fmla="*/ 123984 h 172561"/>
              <a:gd name="connsiteX26" fmla="*/ 933450 w 1371600"/>
              <a:gd name="connsiteY26" fmla="*/ 123984 h 172561"/>
              <a:gd name="connsiteX27" fmla="*/ 922020 w 1371600"/>
              <a:gd name="connsiteY27" fmla="*/ 139224 h 172561"/>
              <a:gd name="connsiteX28" fmla="*/ 942975 w 1371600"/>
              <a:gd name="connsiteY28" fmla="*/ 139224 h 172561"/>
              <a:gd name="connsiteX29" fmla="*/ 942975 w 1371600"/>
              <a:gd name="connsiteY29" fmla="*/ 137318 h 172561"/>
              <a:gd name="connsiteX30" fmla="*/ 933450 w 1371600"/>
              <a:gd name="connsiteY30" fmla="*/ 123984 h 172561"/>
              <a:gd name="connsiteX31" fmla="*/ 1131570 w 1371600"/>
              <a:gd name="connsiteY31" fmla="*/ 120174 h 172561"/>
              <a:gd name="connsiteX32" fmla="*/ 1151572 w 1371600"/>
              <a:gd name="connsiteY32" fmla="*/ 120174 h 172561"/>
              <a:gd name="connsiteX33" fmla="*/ 1151572 w 1371600"/>
              <a:gd name="connsiteY33" fmla="*/ 123984 h 172561"/>
              <a:gd name="connsiteX34" fmla="*/ 1145858 w 1371600"/>
              <a:gd name="connsiteY34" fmla="*/ 123984 h 172561"/>
              <a:gd name="connsiteX35" fmla="*/ 1156335 w 1371600"/>
              <a:gd name="connsiteY35" fmla="*/ 159227 h 172561"/>
              <a:gd name="connsiteX36" fmla="*/ 1165860 w 1371600"/>
              <a:gd name="connsiteY36" fmla="*/ 132556 h 172561"/>
              <a:gd name="connsiteX37" fmla="*/ 1163002 w 1371600"/>
              <a:gd name="connsiteY37" fmla="*/ 123984 h 172561"/>
              <a:gd name="connsiteX38" fmla="*/ 1159192 w 1371600"/>
              <a:gd name="connsiteY38" fmla="*/ 123984 h 172561"/>
              <a:gd name="connsiteX39" fmla="*/ 1159192 w 1371600"/>
              <a:gd name="connsiteY39" fmla="*/ 120174 h 172561"/>
              <a:gd name="connsiteX40" fmla="*/ 1177290 w 1371600"/>
              <a:gd name="connsiteY40" fmla="*/ 120174 h 172561"/>
              <a:gd name="connsiteX41" fmla="*/ 1177290 w 1371600"/>
              <a:gd name="connsiteY41" fmla="*/ 123984 h 172561"/>
              <a:gd name="connsiteX42" fmla="*/ 1172527 w 1371600"/>
              <a:gd name="connsiteY42" fmla="*/ 123984 h 172561"/>
              <a:gd name="connsiteX43" fmla="*/ 1183958 w 1371600"/>
              <a:gd name="connsiteY43" fmla="*/ 159227 h 172561"/>
              <a:gd name="connsiteX44" fmla="*/ 1193483 w 1371600"/>
              <a:gd name="connsiteY44" fmla="*/ 123984 h 172561"/>
              <a:gd name="connsiteX45" fmla="*/ 1186815 w 1371600"/>
              <a:gd name="connsiteY45" fmla="*/ 123984 h 172561"/>
              <a:gd name="connsiteX46" fmla="*/ 1186815 w 1371600"/>
              <a:gd name="connsiteY46" fmla="*/ 120174 h 172561"/>
              <a:gd name="connsiteX47" fmla="*/ 1203960 w 1371600"/>
              <a:gd name="connsiteY47" fmla="*/ 120174 h 172561"/>
              <a:gd name="connsiteX48" fmla="*/ 1203960 w 1371600"/>
              <a:gd name="connsiteY48" fmla="*/ 123984 h 172561"/>
              <a:gd name="connsiteX49" fmla="*/ 1199197 w 1371600"/>
              <a:gd name="connsiteY49" fmla="*/ 123984 h 172561"/>
              <a:gd name="connsiteX50" fmla="*/ 1185862 w 1371600"/>
              <a:gd name="connsiteY50" fmla="*/ 168752 h 172561"/>
              <a:gd name="connsiteX51" fmla="*/ 1179195 w 1371600"/>
              <a:gd name="connsiteY51" fmla="*/ 168752 h 172561"/>
              <a:gd name="connsiteX52" fmla="*/ 1168717 w 1371600"/>
              <a:gd name="connsiteY52" fmla="*/ 140176 h 172561"/>
              <a:gd name="connsiteX53" fmla="*/ 1167765 w 1371600"/>
              <a:gd name="connsiteY53" fmla="*/ 140176 h 172561"/>
              <a:gd name="connsiteX54" fmla="*/ 1157287 w 1371600"/>
              <a:gd name="connsiteY54" fmla="*/ 168752 h 172561"/>
              <a:gd name="connsiteX55" fmla="*/ 1150620 w 1371600"/>
              <a:gd name="connsiteY55" fmla="*/ 168752 h 172561"/>
              <a:gd name="connsiteX56" fmla="*/ 1135380 w 1371600"/>
              <a:gd name="connsiteY56" fmla="*/ 123984 h 172561"/>
              <a:gd name="connsiteX57" fmla="*/ 1131570 w 1371600"/>
              <a:gd name="connsiteY57" fmla="*/ 123984 h 172561"/>
              <a:gd name="connsiteX58" fmla="*/ 1283017 w 1371600"/>
              <a:gd name="connsiteY58" fmla="*/ 119221 h 172561"/>
              <a:gd name="connsiteX59" fmla="*/ 1292542 w 1371600"/>
              <a:gd name="connsiteY59" fmla="*/ 127793 h 172561"/>
              <a:gd name="connsiteX60" fmla="*/ 1285875 w 1371600"/>
              <a:gd name="connsiteY60" fmla="*/ 135413 h 172561"/>
              <a:gd name="connsiteX61" fmla="*/ 1280159 w 1371600"/>
              <a:gd name="connsiteY61" fmla="*/ 128746 h 172561"/>
              <a:gd name="connsiteX62" fmla="*/ 1283017 w 1371600"/>
              <a:gd name="connsiteY62" fmla="*/ 127793 h 172561"/>
              <a:gd name="connsiteX63" fmla="*/ 1283017 w 1371600"/>
              <a:gd name="connsiteY63" fmla="*/ 126841 h 172561"/>
              <a:gd name="connsiteX64" fmla="*/ 1280159 w 1371600"/>
              <a:gd name="connsiteY64" fmla="*/ 124936 h 172561"/>
              <a:gd name="connsiteX65" fmla="*/ 1269682 w 1371600"/>
              <a:gd name="connsiteY65" fmla="*/ 137318 h 172561"/>
              <a:gd name="connsiteX66" fmla="*/ 1269682 w 1371600"/>
              <a:gd name="connsiteY66" fmla="*/ 163989 h 172561"/>
              <a:gd name="connsiteX67" fmla="*/ 1280159 w 1371600"/>
              <a:gd name="connsiteY67" fmla="*/ 164941 h 172561"/>
              <a:gd name="connsiteX68" fmla="*/ 1280159 w 1371600"/>
              <a:gd name="connsiteY68" fmla="*/ 168751 h 172561"/>
              <a:gd name="connsiteX69" fmla="*/ 1254442 w 1371600"/>
              <a:gd name="connsiteY69" fmla="*/ 168751 h 172561"/>
              <a:gd name="connsiteX70" fmla="*/ 1254442 w 1371600"/>
              <a:gd name="connsiteY70" fmla="*/ 164941 h 172561"/>
              <a:gd name="connsiteX71" fmla="*/ 1260157 w 1371600"/>
              <a:gd name="connsiteY71" fmla="*/ 163989 h 172561"/>
              <a:gd name="connsiteX72" fmla="*/ 1260157 w 1371600"/>
              <a:gd name="connsiteY72" fmla="*/ 124936 h 172561"/>
              <a:gd name="connsiteX73" fmla="*/ 1254442 w 1371600"/>
              <a:gd name="connsiteY73" fmla="*/ 123984 h 172561"/>
              <a:gd name="connsiteX74" fmla="*/ 1254442 w 1371600"/>
              <a:gd name="connsiteY74" fmla="*/ 120174 h 172561"/>
              <a:gd name="connsiteX75" fmla="*/ 1268730 w 1371600"/>
              <a:gd name="connsiteY75" fmla="*/ 120174 h 172561"/>
              <a:gd name="connsiteX76" fmla="*/ 1269682 w 1371600"/>
              <a:gd name="connsiteY76" fmla="*/ 127793 h 172561"/>
              <a:gd name="connsiteX77" fmla="*/ 1283017 w 1371600"/>
              <a:gd name="connsiteY77" fmla="*/ 119221 h 172561"/>
              <a:gd name="connsiteX78" fmla="*/ 1228725 w 1371600"/>
              <a:gd name="connsiteY78" fmla="*/ 119221 h 172561"/>
              <a:gd name="connsiteX79" fmla="*/ 1250632 w 1371600"/>
              <a:gd name="connsiteY79" fmla="*/ 143986 h 172561"/>
              <a:gd name="connsiteX80" fmla="*/ 1228725 w 1371600"/>
              <a:gd name="connsiteY80" fmla="*/ 169703 h 172561"/>
              <a:gd name="connsiteX81" fmla="*/ 1206817 w 1371600"/>
              <a:gd name="connsiteY81" fmla="*/ 144938 h 172561"/>
              <a:gd name="connsiteX82" fmla="*/ 1228725 w 1371600"/>
              <a:gd name="connsiteY82" fmla="*/ 119221 h 172561"/>
              <a:gd name="connsiteX83" fmla="*/ 1101089 w 1371600"/>
              <a:gd name="connsiteY83" fmla="*/ 119221 h 172561"/>
              <a:gd name="connsiteX84" fmla="*/ 1109662 w 1371600"/>
              <a:gd name="connsiteY84" fmla="*/ 127793 h 172561"/>
              <a:gd name="connsiteX85" fmla="*/ 1102994 w 1371600"/>
              <a:gd name="connsiteY85" fmla="*/ 135413 h 172561"/>
              <a:gd name="connsiteX86" fmla="*/ 1097279 w 1371600"/>
              <a:gd name="connsiteY86" fmla="*/ 128746 h 172561"/>
              <a:gd name="connsiteX87" fmla="*/ 1100137 w 1371600"/>
              <a:gd name="connsiteY87" fmla="*/ 127793 h 172561"/>
              <a:gd name="connsiteX88" fmla="*/ 1100137 w 1371600"/>
              <a:gd name="connsiteY88" fmla="*/ 126841 h 172561"/>
              <a:gd name="connsiteX89" fmla="*/ 1097279 w 1371600"/>
              <a:gd name="connsiteY89" fmla="*/ 124936 h 172561"/>
              <a:gd name="connsiteX90" fmla="*/ 1087754 w 1371600"/>
              <a:gd name="connsiteY90" fmla="*/ 137318 h 172561"/>
              <a:gd name="connsiteX91" fmla="*/ 1087754 w 1371600"/>
              <a:gd name="connsiteY91" fmla="*/ 163989 h 172561"/>
              <a:gd name="connsiteX92" fmla="*/ 1098232 w 1371600"/>
              <a:gd name="connsiteY92" fmla="*/ 164941 h 172561"/>
              <a:gd name="connsiteX93" fmla="*/ 1098232 w 1371600"/>
              <a:gd name="connsiteY93" fmla="*/ 168751 h 172561"/>
              <a:gd name="connsiteX94" fmla="*/ 1072514 w 1371600"/>
              <a:gd name="connsiteY94" fmla="*/ 168751 h 172561"/>
              <a:gd name="connsiteX95" fmla="*/ 1072514 w 1371600"/>
              <a:gd name="connsiteY95" fmla="*/ 164941 h 172561"/>
              <a:gd name="connsiteX96" fmla="*/ 1078229 w 1371600"/>
              <a:gd name="connsiteY96" fmla="*/ 163989 h 172561"/>
              <a:gd name="connsiteX97" fmla="*/ 1078229 w 1371600"/>
              <a:gd name="connsiteY97" fmla="*/ 124936 h 172561"/>
              <a:gd name="connsiteX98" fmla="*/ 1072514 w 1371600"/>
              <a:gd name="connsiteY98" fmla="*/ 123984 h 172561"/>
              <a:gd name="connsiteX99" fmla="*/ 1072514 w 1371600"/>
              <a:gd name="connsiteY99" fmla="*/ 120174 h 172561"/>
              <a:gd name="connsiteX100" fmla="*/ 1086802 w 1371600"/>
              <a:gd name="connsiteY100" fmla="*/ 120174 h 172561"/>
              <a:gd name="connsiteX101" fmla="*/ 1087754 w 1371600"/>
              <a:gd name="connsiteY101" fmla="*/ 127793 h 172561"/>
              <a:gd name="connsiteX102" fmla="*/ 1101089 w 1371600"/>
              <a:gd name="connsiteY102" fmla="*/ 119221 h 172561"/>
              <a:gd name="connsiteX103" fmla="*/ 1048702 w 1371600"/>
              <a:gd name="connsiteY103" fmla="*/ 119221 h 172561"/>
              <a:gd name="connsiteX104" fmla="*/ 1065847 w 1371600"/>
              <a:gd name="connsiteY104" fmla="*/ 141129 h 172561"/>
              <a:gd name="connsiteX105" fmla="*/ 1065847 w 1371600"/>
              <a:gd name="connsiteY105" fmla="*/ 144938 h 172561"/>
              <a:gd name="connsiteX106" fmla="*/ 1036320 w 1371600"/>
              <a:gd name="connsiteY106" fmla="*/ 144938 h 172561"/>
              <a:gd name="connsiteX107" fmla="*/ 1049655 w 1371600"/>
              <a:gd name="connsiteY107" fmla="*/ 163989 h 172561"/>
              <a:gd name="connsiteX108" fmla="*/ 1062037 w 1371600"/>
              <a:gd name="connsiteY108" fmla="*/ 155416 h 172561"/>
              <a:gd name="connsiteX109" fmla="*/ 1065847 w 1371600"/>
              <a:gd name="connsiteY109" fmla="*/ 157321 h 172561"/>
              <a:gd name="connsiteX110" fmla="*/ 1047750 w 1371600"/>
              <a:gd name="connsiteY110" fmla="*/ 169703 h 172561"/>
              <a:gd name="connsiteX111" fmla="*/ 1026795 w 1371600"/>
              <a:gd name="connsiteY111" fmla="*/ 144938 h 172561"/>
              <a:gd name="connsiteX112" fmla="*/ 1048702 w 1371600"/>
              <a:gd name="connsiteY112" fmla="*/ 119221 h 172561"/>
              <a:gd name="connsiteX113" fmla="*/ 934402 w 1371600"/>
              <a:gd name="connsiteY113" fmla="*/ 119221 h 172561"/>
              <a:gd name="connsiteX114" fmla="*/ 951547 w 1371600"/>
              <a:gd name="connsiteY114" fmla="*/ 141129 h 172561"/>
              <a:gd name="connsiteX115" fmla="*/ 951547 w 1371600"/>
              <a:gd name="connsiteY115" fmla="*/ 144938 h 172561"/>
              <a:gd name="connsiteX116" fmla="*/ 922020 w 1371600"/>
              <a:gd name="connsiteY116" fmla="*/ 144938 h 172561"/>
              <a:gd name="connsiteX117" fmla="*/ 935355 w 1371600"/>
              <a:gd name="connsiteY117" fmla="*/ 163989 h 172561"/>
              <a:gd name="connsiteX118" fmla="*/ 947737 w 1371600"/>
              <a:gd name="connsiteY118" fmla="*/ 155416 h 172561"/>
              <a:gd name="connsiteX119" fmla="*/ 951547 w 1371600"/>
              <a:gd name="connsiteY119" fmla="*/ 157321 h 172561"/>
              <a:gd name="connsiteX120" fmla="*/ 933450 w 1371600"/>
              <a:gd name="connsiteY120" fmla="*/ 169703 h 172561"/>
              <a:gd name="connsiteX121" fmla="*/ 912495 w 1371600"/>
              <a:gd name="connsiteY121" fmla="*/ 144938 h 172561"/>
              <a:gd name="connsiteX122" fmla="*/ 934402 w 1371600"/>
              <a:gd name="connsiteY122" fmla="*/ 119221 h 172561"/>
              <a:gd name="connsiteX123" fmla="*/ 971549 w 1371600"/>
              <a:gd name="connsiteY123" fmla="*/ 105886 h 172561"/>
              <a:gd name="connsiteX124" fmla="*/ 974407 w 1371600"/>
              <a:gd name="connsiteY124" fmla="*/ 105886 h 172561"/>
              <a:gd name="connsiteX125" fmla="*/ 974407 w 1371600"/>
              <a:gd name="connsiteY125" fmla="*/ 120174 h 172561"/>
              <a:gd name="connsiteX126" fmla="*/ 997266 w 1371600"/>
              <a:gd name="connsiteY126" fmla="*/ 120174 h 172561"/>
              <a:gd name="connsiteX127" fmla="*/ 997266 w 1371600"/>
              <a:gd name="connsiteY127" fmla="*/ 107791 h 172561"/>
              <a:gd name="connsiteX128" fmla="*/ 1003934 w 1371600"/>
              <a:gd name="connsiteY128" fmla="*/ 105886 h 172561"/>
              <a:gd name="connsiteX129" fmla="*/ 1005839 w 1371600"/>
              <a:gd name="connsiteY129" fmla="*/ 105886 h 172561"/>
              <a:gd name="connsiteX130" fmla="*/ 1005839 w 1371600"/>
              <a:gd name="connsiteY130" fmla="*/ 120174 h 172561"/>
              <a:gd name="connsiteX131" fmla="*/ 1016316 w 1371600"/>
              <a:gd name="connsiteY131" fmla="*/ 120174 h 172561"/>
              <a:gd name="connsiteX132" fmla="*/ 1016316 w 1371600"/>
              <a:gd name="connsiteY132" fmla="*/ 124936 h 172561"/>
              <a:gd name="connsiteX133" fmla="*/ 1005839 w 1371600"/>
              <a:gd name="connsiteY133" fmla="*/ 124936 h 172561"/>
              <a:gd name="connsiteX134" fmla="*/ 1005839 w 1371600"/>
              <a:gd name="connsiteY134" fmla="*/ 156368 h 172561"/>
              <a:gd name="connsiteX135" fmla="*/ 1010602 w 1371600"/>
              <a:gd name="connsiteY135" fmla="*/ 163989 h 172561"/>
              <a:gd name="connsiteX136" fmla="*/ 1017269 w 1371600"/>
              <a:gd name="connsiteY136" fmla="*/ 156368 h 172561"/>
              <a:gd name="connsiteX137" fmla="*/ 1021079 w 1371600"/>
              <a:gd name="connsiteY137" fmla="*/ 157321 h 172561"/>
              <a:gd name="connsiteX138" fmla="*/ 1007744 w 1371600"/>
              <a:gd name="connsiteY138" fmla="*/ 169703 h 172561"/>
              <a:gd name="connsiteX139" fmla="*/ 996314 w 1371600"/>
              <a:gd name="connsiteY139" fmla="*/ 158274 h 172561"/>
              <a:gd name="connsiteX140" fmla="*/ 996314 w 1371600"/>
              <a:gd name="connsiteY140" fmla="*/ 124936 h 172561"/>
              <a:gd name="connsiteX141" fmla="*/ 973454 w 1371600"/>
              <a:gd name="connsiteY141" fmla="*/ 124936 h 172561"/>
              <a:gd name="connsiteX142" fmla="*/ 973454 w 1371600"/>
              <a:gd name="connsiteY142" fmla="*/ 156368 h 172561"/>
              <a:gd name="connsiteX143" fmla="*/ 978216 w 1371600"/>
              <a:gd name="connsiteY143" fmla="*/ 163989 h 172561"/>
              <a:gd name="connsiteX144" fmla="*/ 985837 w 1371600"/>
              <a:gd name="connsiteY144" fmla="*/ 156368 h 172561"/>
              <a:gd name="connsiteX145" fmla="*/ 989647 w 1371600"/>
              <a:gd name="connsiteY145" fmla="*/ 157321 h 172561"/>
              <a:gd name="connsiteX146" fmla="*/ 976312 w 1371600"/>
              <a:gd name="connsiteY146" fmla="*/ 169703 h 172561"/>
              <a:gd name="connsiteX147" fmla="*/ 964882 w 1371600"/>
              <a:gd name="connsiteY147" fmla="*/ 158274 h 172561"/>
              <a:gd name="connsiteX148" fmla="*/ 964882 w 1371600"/>
              <a:gd name="connsiteY148" fmla="*/ 124936 h 172561"/>
              <a:gd name="connsiteX149" fmla="*/ 958214 w 1371600"/>
              <a:gd name="connsiteY149" fmla="*/ 124936 h 172561"/>
              <a:gd name="connsiteX150" fmla="*/ 958214 w 1371600"/>
              <a:gd name="connsiteY150" fmla="*/ 120174 h 172561"/>
              <a:gd name="connsiteX151" fmla="*/ 964882 w 1371600"/>
              <a:gd name="connsiteY151" fmla="*/ 120174 h 172561"/>
              <a:gd name="connsiteX152" fmla="*/ 964882 w 1371600"/>
              <a:gd name="connsiteY152" fmla="*/ 107791 h 172561"/>
              <a:gd name="connsiteX153" fmla="*/ 1348740 w 1371600"/>
              <a:gd name="connsiteY153" fmla="*/ 96361 h 172561"/>
              <a:gd name="connsiteX154" fmla="*/ 1364932 w 1371600"/>
              <a:gd name="connsiteY154" fmla="*/ 96361 h 172561"/>
              <a:gd name="connsiteX155" fmla="*/ 1364932 w 1371600"/>
              <a:gd name="connsiteY155" fmla="*/ 163989 h 172561"/>
              <a:gd name="connsiteX156" fmla="*/ 1371600 w 1371600"/>
              <a:gd name="connsiteY156" fmla="*/ 163989 h 172561"/>
              <a:gd name="connsiteX157" fmla="*/ 1371600 w 1371600"/>
              <a:gd name="connsiteY157" fmla="*/ 167799 h 172561"/>
              <a:gd name="connsiteX158" fmla="*/ 1357312 w 1371600"/>
              <a:gd name="connsiteY158" fmla="*/ 167799 h 172561"/>
              <a:gd name="connsiteX159" fmla="*/ 1356360 w 1371600"/>
              <a:gd name="connsiteY159" fmla="*/ 160178 h 172561"/>
              <a:gd name="connsiteX160" fmla="*/ 1341120 w 1371600"/>
              <a:gd name="connsiteY160" fmla="*/ 168751 h 172561"/>
              <a:gd name="connsiteX161" fmla="*/ 1323022 w 1371600"/>
              <a:gd name="connsiteY161" fmla="*/ 143986 h 172561"/>
              <a:gd name="connsiteX162" fmla="*/ 1343025 w 1371600"/>
              <a:gd name="connsiteY162" fmla="*/ 118268 h 172561"/>
              <a:gd name="connsiteX163" fmla="*/ 1356360 w 1371600"/>
              <a:gd name="connsiteY163" fmla="*/ 123983 h 172561"/>
              <a:gd name="connsiteX164" fmla="*/ 1356360 w 1371600"/>
              <a:gd name="connsiteY164" fmla="*/ 101124 h 172561"/>
              <a:gd name="connsiteX165" fmla="*/ 1348740 w 1371600"/>
              <a:gd name="connsiteY165" fmla="*/ 100171 h 172561"/>
              <a:gd name="connsiteX166" fmla="*/ 1295400 w 1371600"/>
              <a:gd name="connsiteY166" fmla="*/ 96361 h 172561"/>
              <a:gd name="connsiteX167" fmla="*/ 1311592 w 1371600"/>
              <a:gd name="connsiteY167" fmla="*/ 96361 h 172561"/>
              <a:gd name="connsiteX168" fmla="*/ 1311592 w 1371600"/>
              <a:gd name="connsiteY168" fmla="*/ 163989 h 172561"/>
              <a:gd name="connsiteX169" fmla="*/ 1318260 w 1371600"/>
              <a:gd name="connsiteY169" fmla="*/ 164941 h 172561"/>
              <a:gd name="connsiteX170" fmla="*/ 1318260 w 1371600"/>
              <a:gd name="connsiteY170" fmla="*/ 168751 h 172561"/>
              <a:gd name="connsiteX171" fmla="*/ 1295400 w 1371600"/>
              <a:gd name="connsiteY171" fmla="*/ 168751 h 172561"/>
              <a:gd name="connsiteX172" fmla="*/ 1295400 w 1371600"/>
              <a:gd name="connsiteY172" fmla="*/ 164941 h 172561"/>
              <a:gd name="connsiteX173" fmla="*/ 1302067 w 1371600"/>
              <a:gd name="connsiteY173" fmla="*/ 163989 h 172561"/>
              <a:gd name="connsiteX174" fmla="*/ 1302067 w 1371600"/>
              <a:gd name="connsiteY174" fmla="*/ 101124 h 172561"/>
              <a:gd name="connsiteX175" fmla="*/ 1295400 w 1371600"/>
              <a:gd name="connsiteY175" fmla="*/ 100171 h 172561"/>
              <a:gd name="connsiteX176" fmla="*/ 856297 w 1371600"/>
              <a:gd name="connsiteY176" fmla="*/ 96361 h 172561"/>
              <a:gd name="connsiteX177" fmla="*/ 871537 w 1371600"/>
              <a:gd name="connsiteY177" fmla="*/ 96361 h 172561"/>
              <a:gd name="connsiteX178" fmla="*/ 871537 w 1371600"/>
              <a:gd name="connsiteY178" fmla="*/ 126841 h 172561"/>
              <a:gd name="connsiteX179" fmla="*/ 886777 w 1371600"/>
              <a:gd name="connsiteY179" fmla="*/ 119221 h 172561"/>
              <a:gd name="connsiteX180" fmla="*/ 903922 w 1371600"/>
              <a:gd name="connsiteY180" fmla="*/ 143986 h 172561"/>
              <a:gd name="connsiteX181" fmla="*/ 882967 w 1371600"/>
              <a:gd name="connsiteY181" fmla="*/ 169703 h 172561"/>
              <a:gd name="connsiteX182" fmla="*/ 868679 w 1371600"/>
              <a:gd name="connsiteY182" fmla="*/ 163989 h 172561"/>
              <a:gd name="connsiteX183" fmla="*/ 864870 w 1371600"/>
              <a:gd name="connsiteY183" fmla="*/ 169703 h 172561"/>
              <a:gd name="connsiteX184" fmla="*/ 862012 w 1371600"/>
              <a:gd name="connsiteY184" fmla="*/ 169703 h 172561"/>
              <a:gd name="connsiteX185" fmla="*/ 862012 w 1371600"/>
              <a:gd name="connsiteY185" fmla="*/ 101124 h 172561"/>
              <a:gd name="connsiteX186" fmla="*/ 856297 w 1371600"/>
              <a:gd name="connsiteY186" fmla="*/ 100171 h 172561"/>
              <a:gd name="connsiteX187" fmla="*/ 1256347 w 1371600"/>
              <a:gd name="connsiteY187" fmla="*/ 72549 h 172561"/>
              <a:gd name="connsiteX188" fmla="*/ 1254442 w 1371600"/>
              <a:gd name="connsiteY188" fmla="*/ 79217 h 172561"/>
              <a:gd name="connsiteX189" fmla="*/ 1268730 w 1371600"/>
              <a:gd name="connsiteY189" fmla="*/ 86837 h 172561"/>
              <a:gd name="connsiteX190" fmla="*/ 1283017 w 1371600"/>
              <a:gd name="connsiteY190" fmla="*/ 78264 h 172561"/>
              <a:gd name="connsiteX191" fmla="*/ 1269683 w 1371600"/>
              <a:gd name="connsiteY191" fmla="*/ 72549 h 172561"/>
              <a:gd name="connsiteX192" fmla="*/ 179070 w 1371600"/>
              <a:gd name="connsiteY192" fmla="*/ 66834 h 172561"/>
              <a:gd name="connsiteX193" fmla="*/ 282893 w 1371600"/>
              <a:gd name="connsiteY193" fmla="*/ 66834 h 172561"/>
              <a:gd name="connsiteX194" fmla="*/ 277178 w 1371600"/>
              <a:gd name="connsiteY194" fmla="*/ 104934 h 172561"/>
              <a:gd name="connsiteX195" fmla="*/ 173355 w 1371600"/>
              <a:gd name="connsiteY195" fmla="*/ 104934 h 172561"/>
              <a:gd name="connsiteX196" fmla="*/ 1336357 w 1371600"/>
              <a:gd name="connsiteY196" fmla="*/ 49688 h 172561"/>
              <a:gd name="connsiteX197" fmla="*/ 1324927 w 1371600"/>
              <a:gd name="connsiteY197" fmla="*/ 59214 h 172561"/>
              <a:gd name="connsiteX198" fmla="*/ 1331594 w 1371600"/>
              <a:gd name="connsiteY198" fmla="*/ 66834 h 172561"/>
              <a:gd name="connsiteX199" fmla="*/ 1341119 w 1371600"/>
              <a:gd name="connsiteY199" fmla="*/ 57309 h 172561"/>
              <a:gd name="connsiteX200" fmla="*/ 1341119 w 1371600"/>
              <a:gd name="connsiteY200" fmla="*/ 49688 h 172561"/>
              <a:gd name="connsiteX201" fmla="*/ 96203 w 1371600"/>
              <a:gd name="connsiteY201" fmla="*/ 43021 h 172561"/>
              <a:gd name="connsiteX202" fmla="*/ 71438 w 1371600"/>
              <a:gd name="connsiteY202" fmla="*/ 100171 h 172561"/>
              <a:gd name="connsiteX203" fmla="*/ 108585 w 1371600"/>
              <a:gd name="connsiteY203" fmla="*/ 100171 h 172561"/>
              <a:gd name="connsiteX204" fmla="*/ 519112 w 1371600"/>
              <a:gd name="connsiteY204" fmla="*/ 37306 h 172561"/>
              <a:gd name="connsiteX205" fmla="*/ 467677 w 1371600"/>
              <a:gd name="connsiteY205" fmla="*/ 80168 h 172561"/>
              <a:gd name="connsiteX206" fmla="*/ 493395 w 1371600"/>
              <a:gd name="connsiteY206" fmla="*/ 134461 h 172561"/>
              <a:gd name="connsiteX207" fmla="*/ 544830 w 1371600"/>
              <a:gd name="connsiteY207" fmla="*/ 91598 h 172561"/>
              <a:gd name="connsiteX208" fmla="*/ 519112 w 1371600"/>
              <a:gd name="connsiteY208" fmla="*/ 37306 h 172561"/>
              <a:gd name="connsiteX209" fmla="*/ 1093469 w 1371600"/>
              <a:gd name="connsiteY209" fmla="*/ 26829 h 172561"/>
              <a:gd name="connsiteX210" fmla="*/ 1082039 w 1371600"/>
              <a:gd name="connsiteY210" fmla="*/ 42069 h 172561"/>
              <a:gd name="connsiteX211" fmla="*/ 1102994 w 1371600"/>
              <a:gd name="connsiteY211" fmla="*/ 42069 h 172561"/>
              <a:gd name="connsiteX212" fmla="*/ 1102994 w 1371600"/>
              <a:gd name="connsiteY212" fmla="*/ 40163 h 172561"/>
              <a:gd name="connsiteX213" fmla="*/ 1093469 w 1371600"/>
              <a:gd name="connsiteY213" fmla="*/ 26829 h 172561"/>
              <a:gd name="connsiteX214" fmla="*/ 945833 w 1371600"/>
              <a:gd name="connsiteY214" fmla="*/ 26828 h 172561"/>
              <a:gd name="connsiteX215" fmla="*/ 934402 w 1371600"/>
              <a:gd name="connsiteY215" fmla="*/ 42068 h 172561"/>
              <a:gd name="connsiteX216" fmla="*/ 955358 w 1371600"/>
              <a:gd name="connsiteY216" fmla="*/ 42068 h 172561"/>
              <a:gd name="connsiteX217" fmla="*/ 955358 w 1371600"/>
              <a:gd name="connsiteY217" fmla="*/ 40163 h 172561"/>
              <a:gd name="connsiteX218" fmla="*/ 945833 w 1371600"/>
              <a:gd name="connsiteY218" fmla="*/ 26828 h 172561"/>
              <a:gd name="connsiteX219" fmla="*/ 1267778 w 1371600"/>
              <a:gd name="connsiteY219" fmla="*/ 25877 h 172561"/>
              <a:gd name="connsiteX220" fmla="*/ 1258253 w 1371600"/>
              <a:gd name="connsiteY220" fmla="*/ 38259 h 172561"/>
              <a:gd name="connsiteX221" fmla="*/ 1267778 w 1371600"/>
              <a:gd name="connsiteY221" fmla="*/ 51594 h 172561"/>
              <a:gd name="connsiteX222" fmla="*/ 1276350 w 1371600"/>
              <a:gd name="connsiteY222" fmla="*/ 38259 h 172561"/>
              <a:gd name="connsiteX223" fmla="*/ 1267778 w 1371600"/>
              <a:gd name="connsiteY223" fmla="*/ 25877 h 172561"/>
              <a:gd name="connsiteX224" fmla="*/ 1161097 w 1371600"/>
              <a:gd name="connsiteY224" fmla="*/ 23019 h 172561"/>
              <a:gd name="connsiteX225" fmla="*/ 1177289 w 1371600"/>
              <a:gd name="connsiteY225" fmla="*/ 23019 h 172561"/>
              <a:gd name="connsiteX226" fmla="*/ 1177289 w 1371600"/>
              <a:gd name="connsiteY226" fmla="*/ 66834 h 172561"/>
              <a:gd name="connsiteX227" fmla="*/ 1184910 w 1371600"/>
              <a:gd name="connsiteY227" fmla="*/ 67787 h 172561"/>
              <a:gd name="connsiteX228" fmla="*/ 1184910 w 1371600"/>
              <a:gd name="connsiteY228" fmla="*/ 71597 h 172561"/>
              <a:gd name="connsiteX229" fmla="*/ 1161097 w 1371600"/>
              <a:gd name="connsiteY229" fmla="*/ 71597 h 172561"/>
              <a:gd name="connsiteX230" fmla="*/ 1161097 w 1371600"/>
              <a:gd name="connsiteY230" fmla="*/ 67787 h 172561"/>
              <a:gd name="connsiteX231" fmla="*/ 1168717 w 1371600"/>
              <a:gd name="connsiteY231" fmla="*/ 66834 h 172561"/>
              <a:gd name="connsiteX232" fmla="*/ 1168717 w 1371600"/>
              <a:gd name="connsiteY232" fmla="*/ 27782 h 172561"/>
              <a:gd name="connsiteX233" fmla="*/ 1161097 w 1371600"/>
              <a:gd name="connsiteY233" fmla="*/ 26829 h 172561"/>
              <a:gd name="connsiteX234" fmla="*/ 1145857 w 1371600"/>
              <a:gd name="connsiteY234" fmla="*/ 23019 h 172561"/>
              <a:gd name="connsiteX235" fmla="*/ 1155382 w 1371600"/>
              <a:gd name="connsiteY235" fmla="*/ 31591 h 172561"/>
              <a:gd name="connsiteX236" fmla="*/ 1148714 w 1371600"/>
              <a:gd name="connsiteY236" fmla="*/ 39211 h 172561"/>
              <a:gd name="connsiteX237" fmla="*/ 1142999 w 1371600"/>
              <a:gd name="connsiteY237" fmla="*/ 32544 h 172561"/>
              <a:gd name="connsiteX238" fmla="*/ 1145857 w 1371600"/>
              <a:gd name="connsiteY238" fmla="*/ 30639 h 172561"/>
              <a:gd name="connsiteX239" fmla="*/ 1145857 w 1371600"/>
              <a:gd name="connsiteY239" fmla="*/ 29686 h 172561"/>
              <a:gd name="connsiteX240" fmla="*/ 1142999 w 1371600"/>
              <a:gd name="connsiteY240" fmla="*/ 27782 h 172561"/>
              <a:gd name="connsiteX241" fmla="*/ 1133474 w 1371600"/>
              <a:gd name="connsiteY241" fmla="*/ 40164 h 172561"/>
              <a:gd name="connsiteX242" fmla="*/ 1133474 w 1371600"/>
              <a:gd name="connsiteY242" fmla="*/ 66834 h 172561"/>
              <a:gd name="connsiteX243" fmla="*/ 1142999 w 1371600"/>
              <a:gd name="connsiteY243" fmla="*/ 67787 h 172561"/>
              <a:gd name="connsiteX244" fmla="*/ 1142999 w 1371600"/>
              <a:gd name="connsiteY244" fmla="*/ 71597 h 172561"/>
              <a:gd name="connsiteX245" fmla="*/ 1117282 w 1371600"/>
              <a:gd name="connsiteY245" fmla="*/ 71597 h 172561"/>
              <a:gd name="connsiteX246" fmla="*/ 1117282 w 1371600"/>
              <a:gd name="connsiteY246" fmla="*/ 67787 h 172561"/>
              <a:gd name="connsiteX247" fmla="*/ 1122997 w 1371600"/>
              <a:gd name="connsiteY247" fmla="*/ 66834 h 172561"/>
              <a:gd name="connsiteX248" fmla="*/ 1122997 w 1371600"/>
              <a:gd name="connsiteY248" fmla="*/ 28734 h 172561"/>
              <a:gd name="connsiteX249" fmla="*/ 1117282 w 1371600"/>
              <a:gd name="connsiteY249" fmla="*/ 27782 h 172561"/>
              <a:gd name="connsiteX250" fmla="*/ 1117282 w 1371600"/>
              <a:gd name="connsiteY250" fmla="*/ 23971 h 172561"/>
              <a:gd name="connsiteX251" fmla="*/ 1131570 w 1371600"/>
              <a:gd name="connsiteY251" fmla="*/ 23971 h 172561"/>
              <a:gd name="connsiteX252" fmla="*/ 1132522 w 1371600"/>
              <a:gd name="connsiteY252" fmla="*/ 31591 h 172561"/>
              <a:gd name="connsiteX253" fmla="*/ 1145857 w 1371600"/>
              <a:gd name="connsiteY253" fmla="*/ 23019 h 172561"/>
              <a:gd name="connsiteX254" fmla="*/ 1022985 w 1371600"/>
              <a:gd name="connsiteY254" fmla="*/ 23019 h 172561"/>
              <a:gd name="connsiteX255" fmla="*/ 1043940 w 1371600"/>
              <a:gd name="connsiteY255" fmla="*/ 23019 h 172561"/>
              <a:gd name="connsiteX256" fmla="*/ 1043940 w 1371600"/>
              <a:gd name="connsiteY256" fmla="*/ 26829 h 172561"/>
              <a:gd name="connsiteX257" fmla="*/ 1037273 w 1371600"/>
              <a:gd name="connsiteY257" fmla="*/ 27782 h 172561"/>
              <a:gd name="connsiteX258" fmla="*/ 1048702 w 1371600"/>
              <a:gd name="connsiteY258" fmla="*/ 61119 h 172561"/>
              <a:gd name="connsiteX259" fmla="*/ 1059180 w 1371600"/>
              <a:gd name="connsiteY259" fmla="*/ 27782 h 172561"/>
              <a:gd name="connsiteX260" fmla="*/ 1052512 w 1371600"/>
              <a:gd name="connsiteY260" fmla="*/ 26829 h 172561"/>
              <a:gd name="connsiteX261" fmla="*/ 1052512 w 1371600"/>
              <a:gd name="connsiteY261" fmla="*/ 23019 h 172561"/>
              <a:gd name="connsiteX262" fmla="*/ 1069658 w 1371600"/>
              <a:gd name="connsiteY262" fmla="*/ 23019 h 172561"/>
              <a:gd name="connsiteX263" fmla="*/ 1069658 w 1371600"/>
              <a:gd name="connsiteY263" fmla="*/ 26829 h 172561"/>
              <a:gd name="connsiteX264" fmla="*/ 1064895 w 1371600"/>
              <a:gd name="connsiteY264" fmla="*/ 27782 h 172561"/>
              <a:gd name="connsiteX265" fmla="*/ 1049655 w 1371600"/>
              <a:gd name="connsiteY265" fmla="*/ 71597 h 172561"/>
              <a:gd name="connsiteX266" fmla="*/ 1042035 w 1371600"/>
              <a:gd name="connsiteY266" fmla="*/ 71597 h 172561"/>
              <a:gd name="connsiteX267" fmla="*/ 1026795 w 1371600"/>
              <a:gd name="connsiteY267" fmla="*/ 27782 h 172561"/>
              <a:gd name="connsiteX268" fmla="*/ 1022985 w 1371600"/>
              <a:gd name="connsiteY268" fmla="*/ 26829 h 172561"/>
              <a:gd name="connsiteX269" fmla="*/ 998220 w 1371600"/>
              <a:gd name="connsiteY269" fmla="*/ 23019 h 172561"/>
              <a:gd name="connsiteX270" fmla="*/ 1014412 w 1371600"/>
              <a:gd name="connsiteY270" fmla="*/ 23019 h 172561"/>
              <a:gd name="connsiteX271" fmla="*/ 1014412 w 1371600"/>
              <a:gd name="connsiteY271" fmla="*/ 66834 h 172561"/>
              <a:gd name="connsiteX272" fmla="*/ 1022033 w 1371600"/>
              <a:gd name="connsiteY272" fmla="*/ 67787 h 172561"/>
              <a:gd name="connsiteX273" fmla="*/ 1022033 w 1371600"/>
              <a:gd name="connsiteY273" fmla="*/ 71597 h 172561"/>
              <a:gd name="connsiteX274" fmla="*/ 998220 w 1371600"/>
              <a:gd name="connsiteY274" fmla="*/ 71597 h 172561"/>
              <a:gd name="connsiteX275" fmla="*/ 998220 w 1371600"/>
              <a:gd name="connsiteY275" fmla="*/ 67787 h 172561"/>
              <a:gd name="connsiteX276" fmla="*/ 1004887 w 1371600"/>
              <a:gd name="connsiteY276" fmla="*/ 66834 h 172561"/>
              <a:gd name="connsiteX277" fmla="*/ 1004887 w 1371600"/>
              <a:gd name="connsiteY277" fmla="*/ 27782 h 172561"/>
              <a:gd name="connsiteX278" fmla="*/ 998220 w 1371600"/>
              <a:gd name="connsiteY278" fmla="*/ 26829 h 172561"/>
              <a:gd name="connsiteX279" fmla="*/ 944880 w 1371600"/>
              <a:gd name="connsiteY279" fmla="*/ 23018 h 172561"/>
              <a:gd name="connsiteX280" fmla="*/ 962977 w 1371600"/>
              <a:gd name="connsiteY280" fmla="*/ 43973 h 172561"/>
              <a:gd name="connsiteX281" fmla="*/ 962977 w 1371600"/>
              <a:gd name="connsiteY281" fmla="*/ 47783 h 172561"/>
              <a:gd name="connsiteX282" fmla="*/ 933450 w 1371600"/>
              <a:gd name="connsiteY282" fmla="*/ 47783 h 172561"/>
              <a:gd name="connsiteX283" fmla="*/ 946785 w 1371600"/>
              <a:gd name="connsiteY283" fmla="*/ 66833 h 172561"/>
              <a:gd name="connsiteX284" fmla="*/ 959167 w 1371600"/>
              <a:gd name="connsiteY284" fmla="*/ 58261 h 172561"/>
              <a:gd name="connsiteX285" fmla="*/ 962977 w 1371600"/>
              <a:gd name="connsiteY285" fmla="*/ 60166 h 172561"/>
              <a:gd name="connsiteX286" fmla="*/ 944880 w 1371600"/>
              <a:gd name="connsiteY286" fmla="*/ 72548 h 172561"/>
              <a:gd name="connsiteX287" fmla="*/ 923925 w 1371600"/>
              <a:gd name="connsiteY287" fmla="*/ 47783 h 172561"/>
              <a:gd name="connsiteX288" fmla="*/ 944880 w 1371600"/>
              <a:gd name="connsiteY288" fmla="*/ 23018 h 172561"/>
              <a:gd name="connsiteX289" fmla="*/ 1333499 w 1371600"/>
              <a:gd name="connsiteY289" fmla="*/ 22066 h 172561"/>
              <a:gd name="connsiteX290" fmla="*/ 1350644 w 1371600"/>
              <a:gd name="connsiteY290" fmla="*/ 40163 h 172561"/>
              <a:gd name="connsiteX291" fmla="*/ 1350644 w 1371600"/>
              <a:gd name="connsiteY291" fmla="*/ 63024 h 172561"/>
              <a:gd name="connsiteX292" fmla="*/ 1353502 w 1371600"/>
              <a:gd name="connsiteY292" fmla="*/ 68739 h 172561"/>
              <a:gd name="connsiteX293" fmla="*/ 1356359 w 1371600"/>
              <a:gd name="connsiteY293" fmla="*/ 67786 h 172561"/>
              <a:gd name="connsiteX294" fmla="*/ 1357312 w 1371600"/>
              <a:gd name="connsiteY294" fmla="*/ 70644 h 172561"/>
              <a:gd name="connsiteX295" fmla="*/ 1350644 w 1371600"/>
              <a:gd name="connsiteY295" fmla="*/ 72549 h 172561"/>
              <a:gd name="connsiteX296" fmla="*/ 1342072 w 1371600"/>
              <a:gd name="connsiteY296" fmla="*/ 65881 h 172561"/>
              <a:gd name="connsiteX297" fmla="*/ 1328737 w 1371600"/>
              <a:gd name="connsiteY297" fmla="*/ 73501 h 172561"/>
              <a:gd name="connsiteX298" fmla="*/ 1315402 w 1371600"/>
              <a:gd name="connsiteY298" fmla="*/ 61119 h 172561"/>
              <a:gd name="connsiteX299" fmla="*/ 1335404 w 1371600"/>
              <a:gd name="connsiteY299" fmla="*/ 46831 h 172561"/>
              <a:gd name="connsiteX300" fmla="*/ 1342072 w 1371600"/>
              <a:gd name="connsiteY300" fmla="*/ 46831 h 172561"/>
              <a:gd name="connsiteX301" fmla="*/ 1342072 w 1371600"/>
              <a:gd name="connsiteY301" fmla="*/ 40163 h 172561"/>
              <a:gd name="connsiteX302" fmla="*/ 1332547 w 1371600"/>
              <a:gd name="connsiteY302" fmla="*/ 26829 h 172561"/>
              <a:gd name="connsiteX303" fmla="*/ 1324927 w 1371600"/>
              <a:gd name="connsiteY303" fmla="*/ 30639 h 172561"/>
              <a:gd name="connsiteX304" fmla="*/ 1324927 w 1371600"/>
              <a:gd name="connsiteY304" fmla="*/ 31591 h 172561"/>
              <a:gd name="connsiteX305" fmla="*/ 1327784 w 1371600"/>
              <a:gd name="connsiteY305" fmla="*/ 31591 h 172561"/>
              <a:gd name="connsiteX306" fmla="*/ 1328737 w 1371600"/>
              <a:gd name="connsiteY306" fmla="*/ 35401 h 172561"/>
              <a:gd name="connsiteX307" fmla="*/ 1323022 w 1371600"/>
              <a:gd name="connsiteY307" fmla="*/ 40163 h 172561"/>
              <a:gd name="connsiteX308" fmla="*/ 1317307 w 1371600"/>
              <a:gd name="connsiteY308" fmla="*/ 34449 h 172561"/>
              <a:gd name="connsiteX309" fmla="*/ 1333499 w 1371600"/>
              <a:gd name="connsiteY309" fmla="*/ 22066 h 172561"/>
              <a:gd name="connsiteX310" fmla="*/ 1222057 w 1371600"/>
              <a:gd name="connsiteY310" fmla="*/ 22066 h 172561"/>
              <a:gd name="connsiteX311" fmla="*/ 1236345 w 1371600"/>
              <a:gd name="connsiteY311" fmla="*/ 38259 h 172561"/>
              <a:gd name="connsiteX312" fmla="*/ 1236345 w 1371600"/>
              <a:gd name="connsiteY312" fmla="*/ 66834 h 172561"/>
              <a:gd name="connsiteX313" fmla="*/ 1243965 w 1371600"/>
              <a:gd name="connsiteY313" fmla="*/ 67786 h 172561"/>
              <a:gd name="connsiteX314" fmla="*/ 1243965 w 1371600"/>
              <a:gd name="connsiteY314" fmla="*/ 72549 h 172561"/>
              <a:gd name="connsiteX315" fmla="*/ 1222057 w 1371600"/>
              <a:gd name="connsiteY315" fmla="*/ 72549 h 172561"/>
              <a:gd name="connsiteX316" fmla="*/ 1222057 w 1371600"/>
              <a:gd name="connsiteY316" fmla="*/ 68739 h 172561"/>
              <a:gd name="connsiteX317" fmla="*/ 1227772 w 1371600"/>
              <a:gd name="connsiteY317" fmla="*/ 67786 h 172561"/>
              <a:gd name="connsiteX318" fmla="*/ 1227772 w 1371600"/>
              <a:gd name="connsiteY318" fmla="*/ 39211 h 172561"/>
              <a:gd name="connsiteX319" fmla="*/ 1219200 w 1371600"/>
              <a:gd name="connsiteY319" fmla="*/ 28734 h 172561"/>
              <a:gd name="connsiteX320" fmla="*/ 1206817 w 1371600"/>
              <a:gd name="connsiteY320" fmla="*/ 41116 h 172561"/>
              <a:gd name="connsiteX321" fmla="*/ 1206817 w 1371600"/>
              <a:gd name="connsiteY321" fmla="*/ 66834 h 172561"/>
              <a:gd name="connsiteX322" fmla="*/ 1212532 w 1371600"/>
              <a:gd name="connsiteY322" fmla="*/ 67786 h 172561"/>
              <a:gd name="connsiteX323" fmla="*/ 1213485 w 1371600"/>
              <a:gd name="connsiteY323" fmla="*/ 67786 h 172561"/>
              <a:gd name="connsiteX324" fmla="*/ 1213485 w 1371600"/>
              <a:gd name="connsiteY324" fmla="*/ 71596 h 172561"/>
              <a:gd name="connsiteX325" fmla="*/ 1191577 w 1371600"/>
              <a:gd name="connsiteY325" fmla="*/ 71596 h 172561"/>
              <a:gd name="connsiteX326" fmla="*/ 1191577 w 1371600"/>
              <a:gd name="connsiteY326" fmla="*/ 67786 h 172561"/>
              <a:gd name="connsiteX327" fmla="*/ 1197292 w 1371600"/>
              <a:gd name="connsiteY327" fmla="*/ 66834 h 172561"/>
              <a:gd name="connsiteX328" fmla="*/ 1197292 w 1371600"/>
              <a:gd name="connsiteY328" fmla="*/ 27781 h 172561"/>
              <a:gd name="connsiteX329" fmla="*/ 1191577 w 1371600"/>
              <a:gd name="connsiteY329" fmla="*/ 26829 h 172561"/>
              <a:gd name="connsiteX330" fmla="*/ 1191577 w 1371600"/>
              <a:gd name="connsiteY330" fmla="*/ 23019 h 172561"/>
              <a:gd name="connsiteX331" fmla="*/ 1204912 w 1371600"/>
              <a:gd name="connsiteY331" fmla="*/ 23019 h 172561"/>
              <a:gd name="connsiteX332" fmla="*/ 1205865 w 1371600"/>
              <a:gd name="connsiteY332" fmla="*/ 31591 h 172561"/>
              <a:gd name="connsiteX333" fmla="*/ 1222057 w 1371600"/>
              <a:gd name="connsiteY333" fmla="*/ 22066 h 172561"/>
              <a:gd name="connsiteX334" fmla="*/ 1094422 w 1371600"/>
              <a:gd name="connsiteY334" fmla="*/ 22066 h 172561"/>
              <a:gd name="connsiteX335" fmla="*/ 1111566 w 1371600"/>
              <a:gd name="connsiteY335" fmla="*/ 43974 h 172561"/>
              <a:gd name="connsiteX336" fmla="*/ 1111566 w 1371600"/>
              <a:gd name="connsiteY336" fmla="*/ 47784 h 172561"/>
              <a:gd name="connsiteX337" fmla="*/ 1082039 w 1371600"/>
              <a:gd name="connsiteY337" fmla="*/ 47784 h 172561"/>
              <a:gd name="connsiteX338" fmla="*/ 1095374 w 1371600"/>
              <a:gd name="connsiteY338" fmla="*/ 66834 h 172561"/>
              <a:gd name="connsiteX339" fmla="*/ 1107757 w 1371600"/>
              <a:gd name="connsiteY339" fmla="*/ 58261 h 172561"/>
              <a:gd name="connsiteX340" fmla="*/ 1111566 w 1371600"/>
              <a:gd name="connsiteY340" fmla="*/ 60166 h 172561"/>
              <a:gd name="connsiteX341" fmla="*/ 1093469 w 1371600"/>
              <a:gd name="connsiteY341" fmla="*/ 72549 h 172561"/>
              <a:gd name="connsiteX342" fmla="*/ 1072514 w 1371600"/>
              <a:gd name="connsiteY342" fmla="*/ 47784 h 172561"/>
              <a:gd name="connsiteX343" fmla="*/ 1094422 w 1371600"/>
              <a:gd name="connsiteY343" fmla="*/ 22066 h 172561"/>
              <a:gd name="connsiteX344" fmla="*/ 1287780 w 1371600"/>
              <a:gd name="connsiteY344" fmla="*/ 19209 h 172561"/>
              <a:gd name="connsiteX345" fmla="*/ 1290637 w 1371600"/>
              <a:gd name="connsiteY345" fmla="*/ 20161 h 172561"/>
              <a:gd name="connsiteX346" fmla="*/ 1290637 w 1371600"/>
              <a:gd name="connsiteY346" fmla="*/ 27782 h 172561"/>
              <a:gd name="connsiteX347" fmla="*/ 1282065 w 1371600"/>
              <a:gd name="connsiteY347" fmla="*/ 28734 h 172561"/>
              <a:gd name="connsiteX348" fmla="*/ 1286828 w 1371600"/>
              <a:gd name="connsiteY348" fmla="*/ 40164 h 172561"/>
              <a:gd name="connsiteX349" fmla="*/ 1268730 w 1371600"/>
              <a:gd name="connsiteY349" fmla="*/ 57309 h 172561"/>
              <a:gd name="connsiteX350" fmla="*/ 1263015 w 1371600"/>
              <a:gd name="connsiteY350" fmla="*/ 56357 h 172561"/>
              <a:gd name="connsiteX351" fmla="*/ 1258253 w 1371600"/>
              <a:gd name="connsiteY351" fmla="*/ 62072 h 172561"/>
              <a:gd name="connsiteX352" fmla="*/ 1262062 w 1371600"/>
              <a:gd name="connsiteY352" fmla="*/ 63977 h 172561"/>
              <a:gd name="connsiteX353" fmla="*/ 1270635 w 1371600"/>
              <a:gd name="connsiteY353" fmla="*/ 63977 h 172561"/>
              <a:gd name="connsiteX354" fmla="*/ 1289685 w 1371600"/>
              <a:gd name="connsiteY354" fmla="*/ 76359 h 172561"/>
              <a:gd name="connsiteX355" fmla="*/ 1265872 w 1371600"/>
              <a:gd name="connsiteY355" fmla="*/ 91599 h 172561"/>
              <a:gd name="connsiteX356" fmla="*/ 1245870 w 1371600"/>
              <a:gd name="connsiteY356" fmla="*/ 80169 h 172561"/>
              <a:gd name="connsiteX357" fmla="*/ 1252537 w 1371600"/>
              <a:gd name="connsiteY357" fmla="*/ 70644 h 172561"/>
              <a:gd name="connsiteX358" fmla="*/ 1249680 w 1371600"/>
              <a:gd name="connsiteY358" fmla="*/ 64929 h 172561"/>
              <a:gd name="connsiteX359" fmla="*/ 1258253 w 1371600"/>
              <a:gd name="connsiteY359" fmla="*/ 53499 h 172561"/>
              <a:gd name="connsiteX360" fmla="*/ 1249680 w 1371600"/>
              <a:gd name="connsiteY360" fmla="*/ 39212 h 172561"/>
              <a:gd name="connsiteX361" fmla="*/ 1268730 w 1371600"/>
              <a:gd name="connsiteY361" fmla="*/ 21114 h 172561"/>
              <a:gd name="connsiteX362" fmla="*/ 1279208 w 1371600"/>
              <a:gd name="connsiteY362" fmla="*/ 23972 h 172561"/>
              <a:gd name="connsiteX363" fmla="*/ 1287780 w 1371600"/>
              <a:gd name="connsiteY363" fmla="*/ 19209 h 172561"/>
              <a:gd name="connsiteX364" fmla="*/ 874395 w 1371600"/>
              <a:gd name="connsiteY364" fmla="*/ 7779 h 172561"/>
              <a:gd name="connsiteX365" fmla="*/ 874395 w 1371600"/>
              <a:gd name="connsiteY365" fmla="*/ 66834 h 172561"/>
              <a:gd name="connsiteX366" fmla="*/ 878205 w 1371600"/>
              <a:gd name="connsiteY366" fmla="*/ 66834 h 172561"/>
              <a:gd name="connsiteX367" fmla="*/ 905827 w 1371600"/>
              <a:gd name="connsiteY367" fmla="*/ 36354 h 172561"/>
              <a:gd name="connsiteX368" fmla="*/ 877252 w 1371600"/>
              <a:gd name="connsiteY368" fmla="*/ 7779 h 172561"/>
              <a:gd name="connsiteX369" fmla="*/ 857250 w 1371600"/>
              <a:gd name="connsiteY369" fmla="*/ 3016 h 172561"/>
              <a:gd name="connsiteX370" fmla="*/ 880110 w 1371600"/>
              <a:gd name="connsiteY370" fmla="*/ 3016 h 172561"/>
              <a:gd name="connsiteX371" fmla="*/ 917258 w 1371600"/>
              <a:gd name="connsiteY371" fmla="*/ 36354 h 172561"/>
              <a:gd name="connsiteX372" fmla="*/ 878205 w 1371600"/>
              <a:gd name="connsiteY372" fmla="*/ 71596 h 172561"/>
              <a:gd name="connsiteX373" fmla="*/ 857250 w 1371600"/>
              <a:gd name="connsiteY373" fmla="*/ 71596 h 172561"/>
              <a:gd name="connsiteX374" fmla="*/ 857250 w 1371600"/>
              <a:gd name="connsiteY374" fmla="*/ 67786 h 172561"/>
              <a:gd name="connsiteX375" fmla="*/ 864870 w 1371600"/>
              <a:gd name="connsiteY375" fmla="*/ 66834 h 172561"/>
              <a:gd name="connsiteX376" fmla="*/ 864870 w 1371600"/>
              <a:gd name="connsiteY376" fmla="*/ 7779 h 172561"/>
              <a:gd name="connsiteX377" fmla="*/ 857250 w 1371600"/>
              <a:gd name="connsiteY377" fmla="*/ 6826 h 172561"/>
              <a:gd name="connsiteX378" fmla="*/ 624840 w 1371600"/>
              <a:gd name="connsiteY378" fmla="*/ 3016 h 172561"/>
              <a:gd name="connsiteX379" fmla="*/ 662940 w 1371600"/>
              <a:gd name="connsiteY379" fmla="*/ 3016 h 172561"/>
              <a:gd name="connsiteX380" fmla="*/ 681990 w 1371600"/>
              <a:gd name="connsiteY380" fmla="*/ 96361 h 172561"/>
              <a:gd name="connsiteX381" fmla="*/ 730567 w 1371600"/>
              <a:gd name="connsiteY381" fmla="*/ 3016 h 172561"/>
              <a:gd name="connsiteX382" fmla="*/ 768667 w 1371600"/>
              <a:gd name="connsiteY382" fmla="*/ 3016 h 172561"/>
              <a:gd name="connsiteX383" fmla="*/ 771525 w 1371600"/>
              <a:gd name="connsiteY383" fmla="*/ 168751 h 172561"/>
              <a:gd name="connsiteX384" fmla="*/ 730567 w 1371600"/>
              <a:gd name="connsiteY384" fmla="*/ 168751 h 172561"/>
              <a:gd name="connsiteX385" fmla="*/ 730567 w 1371600"/>
              <a:gd name="connsiteY385" fmla="*/ 71596 h 172561"/>
              <a:gd name="connsiteX386" fmla="*/ 681990 w 1371600"/>
              <a:gd name="connsiteY386" fmla="*/ 168751 h 172561"/>
              <a:gd name="connsiteX387" fmla="*/ 660082 w 1371600"/>
              <a:gd name="connsiteY387" fmla="*/ 168751 h 172561"/>
              <a:gd name="connsiteX388" fmla="*/ 642937 w 1371600"/>
              <a:gd name="connsiteY388" fmla="*/ 71596 h 172561"/>
              <a:gd name="connsiteX389" fmla="*/ 614362 w 1371600"/>
              <a:gd name="connsiteY389" fmla="*/ 168751 h 172561"/>
              <a:gd name="connsiteX390" fmla="*/ 572452 w 1371600"/>
              <a:gd name="connsiteY390" fmla="*/ 168751 h 172561"/>
              <a:gd name="connsiteX391" fmla="*/ 188595 w 1371600"/>
              <a:gd name="connsiteY391" fmla="*/ 3016 h 172561"/>
              <a:gd name="connsiteX392" fmla="*/ 306705 w 1371600"/>
              <a:gd name="connsiteY392" fmla="*/ 3016 h 172561"/>
              <a:gd name="connsiteX393" fmla="*/ 300990 w 1371600"/>
              <a:gd name="connsiteY393" fmla="*/ 42069 h 172561"/>
              <a:gd name="connsiteX394" fmla="*/ 182880 w 1371600"/>
              <a:gd name="connsiteY394" fmla="*/ 42069 h 172561"/>
              <a:gd name="connsiteX395" fmla="*/ 79058 w 1371600"/>
              <a:gd name="connsiteY395" fmla="*/ 3016 h 172561"/>
              <a:gd name="connsiteX396" fmla="*/ 124778 w 1371600"/>
              <a:gd name="connsiteY396" fmla="*/ 3016 h 172561"/>
              <a:gd name="connsiteX397" fmla="*/ 161925 w 1371600"/>
              <a:gd name="connsiteY397" fmla="*/ 168751 h 172561"/>
              <a:gd name="connsiteX398" fmla="*/ 121920 w 1371600"/>
              <a:gd name="connsiteY398" fmla="*/ 168751 h 172561"/>
              <a:gd name="connsiteX399" fmla="*/ 115253 w 1371600"/>
              <a:gd name="connsiteY399" fmla="*/ 136366 h 172561"/>
              <a:gd name="connsiteX400" fmla="*/ 55245 w 1371600"/>
              <a:gd name="connsiteY400" fmla="*/ 136366 h 172561"/>
              <a:gd name="connsiteX401" fmla="*/ 41910 w 1371600"/>
              <a:gd name="connsiteY401" fmla="*/ 168751 h 172561"/>
              <a:gd name="connsiteX402" fmla="*/ 0 w 1371600"/>
              <a:gd name="connsiteY402" fmla="*/ 168751 h 172561"/>
              <a:gd name="connsiteX403" fmla="*/ 1175385 w 1371600"/>
              <a:gd name="connsiteY403" fmla="*/ 2064 h 172561"/>
              <a:gd name="connsiteX404" fmla="*/ 1182052 w 1371600"/>
              <a:gd name="connsiteY404" fmla="*/ 7779 h 172561"/>
              <a:gd name="connsiteX405" fmla="*/ 1176337 w 1371600"/>
              <a:gd name="connsiteY405" fmla="*/ 13494 h 172561"/>
              <a:gd name="connsiteX406" fmla="*/ 1169670 w 1371600"/>
              <a:gd name="connsiteY406" fmla="*/ 7779 h 172561"/>
              <a:gd name="connsiteX407" fmla="*/ 1175385 w 1371600"/>
              <a:gd name="connsiteY407" fmla="*/ 2064 h 172561"/>
              <a:gd name="connsiteX408" fmla="*/ 1009650 w 1371600"/>
              <a:gd name="connsiteY408" fmla="*/ 2064 h 172561"/>
              <a:gd name="connsiteX409" fmla="*/ 1016317 w 1371600"/>
              <a:gd name="connsiteY409" fmla="*/ 7779 h 172561"/>
              <a:gd name="connsiteX410" fmla="*/ 1010602 w 1371600"/>
              <a:gd name="connsiteY410" fmla="*/ 13494 h 172561"/>
              <a:gd name="connsiteX411" fmla="*/ 1003935 w 1371600"/>
              <a:gd name="connsiteY411" fmla="*/ 7779 h 172561"/>
              <a:gd name="connsiteX412" fmla="*/ 1009650 w 1371600"/>
              <a:gd name="connsiteY412" fmla="*/ 2064 h 172561"/>
              <a:gd name="connsiteX413" fmla="*/ 384810 w 1371600"/>
              <a:gd name="connsiteY413" fmla="*/ 1111 h 172561"/>
              <a:gd name="connsiteX414" fmla="*/ 433387 w 1371600"/>
              <a:gd name="connsiteY414" fmla="*/ 14446 h 172561"/>
              <a:gd name="connsiteX415" fmla="*/ 425767 w 1371600"/>
              <a:gd name="connsiteY415" fmla="*/ 53499 h 172561"/>
              <a:gd name="connsiteX416" fmla="*/ 388620 w 1371600"/>
              <a:gd name="connsiteY416" fmla="*/ 40164 h 172561"/>
              <a:gd name="connsiteX417" fmla="*/ 337185 w 1371600"/>
              <a:gd name="connsiteY417" fmla="*/ 87789 h 172561"/>
              <a:gd name="connsiteX418" fmla="*/ 380047 w 1371600"/>
              <a:gd name="connsiteY418" fmla="*/ 132556 h 172561"/>
              <a:gd name="connsiteX419" fmla="*/ 416242 w 1371600"/>
              <a:gd name="connsiteY419" fmla="*/ 126841 h 172561"/>
              <a:gd name="connsiteX420" fmla="*/ 410527 w 1371600"/>
              <a:gd name="connsiteY420" fmla="*/ 166846 h 172561"/>
              <a:gd name="connsiteX421" fmla="*/ 373380 w 1371600"/>
              <a:gd name="connsiteY421" fmla="*/ 172561 h 172561"/>
              <a:gd name="connsiteX422" fmla="*/ 295275 w 1371600"/>
              <a:gd name="connsiteY422" fmla="*/ 90646 h 172561"/>
              <a:gd name="connsiteX423" fmla="*/ 384810 w 1371600"/>
              <a:gd name="connsiteY423" fmla="*/ 1111 h 172561"/>
              <a:gd name="connsiteX424" fmla="*/ 968692 w 1371600"/>
              <a:gd name="connsiteY424" fmla="*/ 159 h 172561"/>
              <a:gd name="connsiteX425" fmla="*/ 984885 w 1371600"/>
              <a:gd name="connsiteY425" fmla="*/ 159 h 172561"/>
              <a:gd name="connsiteX426" fmla="*/ 984885 w 1371600"/>
              <a:gd name="connsiteY426" fmla="*/ 66834 h 172561"/>
              <a:gd name="connsiteX427" fmla="*/ 992505 w 1371600"/>
              <a:gd name="connsiteY427" fmla="*/ 67787 h 172561"/>
              <a:gd name="connsiteX428" fmla="*/ 992505 w 1371600"/>
              <a:gd name="connsiteY428" fmla="*/ 71597 h 172561"/>
              <a:gd name="connsiteX429" fmla="*/ 968692 w 1371600"/>
              <a:gd name="connsiteY429" fmla="*/ 71597 h 172561"/>
              <a:gd name="connsiteX430" fmla="*/ 968692 w 1371600"/>
              <a:gd name="connsiteY430" fmla="*/ 67787 h 172561"/>
              <a:gd name="connsiteX431" fmla="*/ 975360 w 1371600"/>
              <a:gd name="connsiteY431" fmla="*/ 66834 h 172561"/>
              <a:gd name="connsiteX432" fmla="*/ 975360 w 1371600"/>
              <a:gd name="connsiteY432" fmla="*/ 4922 h 172561"/>
              <a:gd name="connsiteX433" fmla="*/ 968692 w 1371600"/>
              <a:gd name="connsiteY433" fmla="*/ 3969 h 172561"/>
              <a:gd name="connsiteX434" fmla="*/ 517207 w 1371600"/>
              <a:gd name="connsiteY434" fmla="*/ 158 h 172561"/>
              <a:gd name="connsiteX435" fmla="*/ 584835 w 1371600"/>
              <a:gd name="connsiteY435" fmla="*/ 86836 h 172561"/>
              <a:gd name="connsiteX436" fmla="*/ 493395 w 1371600"/>
              <a:gd name="connsiteY436" fmla="*/ 169703 h 172561"/>
              <a:gd name="connsiteX437" fmla="*/ 425767 w 1371600"/>
              <a:gd name="connsiteY437" fmla="*/ 83026 h 172561"/>
              <a:gd name="connsiteX438" fmla="*/ 517207 w 1371600"/>
              <a:gd name="connsiteY438" fmla="*/ 158 h 17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</a:cxnLst>
            <a:rect l="l" t="t" r="r" b="b"/>
            <a:pathLst>
              <a:path w="1371600" h="172561">
                <a:moveTo>
                  <a:pt x="169544" y="129699"/>
                </a:moveTo>
                <a:lnTo>
                  <a:pt x="286702" y="129699"/>
                </a:lnTo>
                <a:lnTo>
                  <a:pt x="280987" y="168752"/>
                </a:lnTo>
                <a:lnTo>
                  <a:pt x="162877" y="168752"/>
                </a:lnTo>
                <a:close/>
                <a:moveTo>
                  <a:pt x="1343977" y="124936"/>
                </a:moveTo>
                <a:cubicBezTo>
                  <a:pt x="1334452" y="124936"/>
                  <a:pt x="1331595" y="132556"/>
                  <a:pt x="1331595" y="144938"/>
                </a:cubicBezTo>
                <a:cubicBezTo>
                  <a:pt x="1331595" y="154464"/>
                  <a:pt x="1333500" y="163989"/>
                  <a:pt x="1343025" y="163989"/>
                </a:cubicBezTo>
                <a:cubicBezTo>
                  <a:pt x="1349692" y="163989"/>
                  <a:pt x="1355407" y="158274"/>
                  <a:pt x="1355407" y="151606"/>
                </a:cubicBezTo>
                <a:lnTo>
                  <a:pt x="1355407" y="136366"/>
                </a:lnTo>
                <a:cubicBezTo>
                  <a:pt x="1355407" y="128746"/>
                  <a:pt x="1349692" y="124936"/>
                  <a:pt x="1343977" y="124936"/>
                </a:cubicBezTo>
                <a:close/>
                <a:moveTo>
                  <a:pt x="884872" y="124936"/>
                </a:moveTo>
                <a:cubicBezTo>
                  <a:pt x="878204" y="124936"/>
                  <a:pt x="872489" y="129699"/>
                  <a:pt x="872489" y="138271"/>
                </a:cubicBezTo>
                <a:lnTo>
                  <a:pt x="872489" y="152558"/>
                </a:lnTo>
                <a:cubicBezTo>
                  <a:pt x="872489" y="160178"/>
                  <a:pt x="877252" y="164941"/>
                  <a:pt x="883920" y="164941"/>
                </a:cubicBezTo>
                <a:cubicBezTo>
                  <a:pt x="892492" y="164941"/>
                  <a:pt x="894397" y="157321"/>
                  <a:pt x="895349" y="143986"/>
                </a:cubicBezTo>
                <a:cubicBezTo>
                  <a:pt x="895349" y="131604"/>
                  <a:pt x="893445" y="124936"/>
                  <a:pt x="884872" y="124936"/>
                </a:cubicBezTo>
                <a:close/>
                <a:moveTo>
                  <a:pt x="1227772" y="123984"/>
                </a:moveTo>
                <a:cubicBezTo>
                  <a:pt x="1218247" y="123984"/>
                  <a:pt x="1216342" y="133509"/>
                  <a:pt x="1216342" y="143986"/>
                </a:cubicBezTo>
                <a:cubicBezTo>
                  <a:pt x="1216342" y="154464"/>
                  <a:pt x="1218247" y="164941"/>
                  <a:pt x="1227772" y="164941"/>
                </a:cubicBezTo>
                <a:cubicBezTo>
                  <a:pt x="1237297" y="164941"/>
                  <a:pt x="1239202" y="155416"/>
                  <a:pt x="1239202" y="144938"/>
                </a:cubicBezTo>
                <a:cubicBezTo>
                  <a:pt x="1239202" y="134461"/>
                  <a:pt x="1237297" y="123984"/>
                  <a:pt x="1227772" y="123984"/>
                </a:cubicBezTo>
                <a:close/>
                <a:moveTo>
                  <a:pt x="1048702" y="123984"/>
                </a:moveTo>
                <a:cubicBezTo>
                  <a:pt x="1041083" y="123984"/>
                  <a:pt x="1038225" y="130651"/>
                  <a:pt x="1037272" y="139224"/>
                </a:cubicBezTo>
                <a:lnTo>
                  <a:pt x="1058227" y="139224"/>
                </a:lnTo>
                <a:lnTo>
                  <a:pt x="1058227" y="137318"/>
                </a:lnTo>
                <a:cubicBezTo>
                  <a:pt x="1058227" y="128746"/>
                  <a:pt x="1055370" y="123984"/>
                  <a:pt x="1048702" y="123984"/>
                </a:cubicBezTo>
                <a:close/>
                <a:moveTo>
                  <a:pt x="933450" y="123984"/>
                </a:moveTo>
                <a:cubicBezTo>
                  <a:pt x="925830" y="123984"/>
                  <a:pt x="922972" y="130651"/>
                  <a:pt x="922020" y="139224"/>
                </a:cubicBezTo>
                <a:lnTo>
                  <a:pt x="942975" y="139224"/>
                </a:lnTo>
                <a:lnTo>
                  <a:pt x="942975" y="137318"/>
                </a:lnTo>
                <a:cubicBezTo>
                  <a:pt x="942975" y="128746"/>
                  <a:pt x="940117" y="123984"/>
                  <a:pt x="933450" y="123984"/>
                </a:cubicBezTo>
                <a:close/>
                <a:moveTo>
                  <a:pt x="1131570" y="120174"/>
                </a:moveTo>
                <a:lnTo>
                  <a:pt x="1151572" y="120174"/>
                </a:lnTo>
                <a:lnTo>
                  <a:pt x="1151572" y="123984"/>
                </a:lnTo>
                <a:lnTo>
                  <a:pt x="1145858" y="123984"/>
                </a:lnTo>
                <a:lnTo>
                  <a:pt x="1156335" y="159227"/>
                </a:lnTo>
                <a:lnTo>
                  <a:pt x="1165860" y="132556"/>
                </a:lnTo>
                <a:lnTo>
                  <a:pt x="1163002" y="123984"/>
                </a:lnTo>
                <a:lnTo>
                  <a:pt x="1159192" y="123984"/>
                </a:lnTo>
                <a:lnTo>
                  <a:pt x="1159192" y="120174"/>
                </a:lnTo>
                <a:lnTo>
                  <a:pt x="1177290" y="120174"/>
                </a:lnTo>
                <a:lnTo>
                  <a:pt x="1177290" y="123984"/>
                </a:lnTo>
                <a:lnTo>
                  <a:pt x="1172527" y="123984"/>
                </a:lnTo>
                <a:lnTo>
                  <a:pt x="1183958" y="159227"/>
                </a:lnTo>
                <a:lnTo>
                  <a:pt x="1193483" y="123984"/>
                </a:lnTo>
                <a:lnTo>
                  <a:pt x="1186815" y="123984"/>
                </a:lnTo>
                <a:lnTo>
                  <a:pt x="1186815" y="120174"/>
                </a:lnTo>
                <a:lnTo>
                  <a:pt x="1203960" y="120174"/>
                </a:lnTo>
                <a:lnTo>
                  <a:pt x="1203960" y="123984"/>
                </a:lnTo>
                <a:lnTo>
                  <a:pt x="1199197" y="123984"/>
                </a:lnTo>
                <a:lnTo>
                  <a:pt x="1185862" y="168752"/>
                </a:lnTo>
                <a:lnTo>
                  <a:pt x="1179195" y="168752"/>
                </a:lnTo>
                <a:lnTo>
                  <a:pt x="1168717" y="140176"/>
                </a:lnTo>
                <a:lnTo>
                  <a:pt x="1167765" y="140176"/>
                </a:lnTo>
                <a:lnTo>
                  <a:pt x="1157287" y="168752"/>
                </a:lnTo>
                <a:lnTo>
                  <a:pt x="1150620" y="168752"/>
                </a:lnTo>
                <a:lnTo>
                  <a:pt x="1135380" y="123984"/>
                </a:lnTo>
                <a:lnTo>
                  <a:pt x="1131570" y="123984"/>
                </a:lnTo>
                <a:close/>
                <a:moveTo>
                  <a:pt x="1283017" y="119221"/>
                </a:moveTo>
                <a:cubicBezTo>
                  <a:pt x="1288732" y="119221"/>
                  <a:pt x="1293495" y="122079"/>
                  <a:pt x="1292542" y="127793"/>
                </a:cubicBezTo>
                <a:cubicBezTo>
                  <a:pt x="1292542" y="133509"/>
                  <a:pt x="1289684" y="135413"/>
                  <a:pt x="1285875" y="135413"/>
                </a:cubicBezTo>
                <a:cubicBezTo>
                  <a:pt x="1282065" y="135413"/>
                  <a:pt x="1280159" y="132556"/>
                  <a:pt x="1280159" y="128746"/>
                </a:cubicBezTo>
                <a:lnTo>
                  <a:pt x="1283017" y="127793"/>
                </a:lnTo>
                <a:cubicBezTo>
                  <a:pt x="1283017" y="127793"/>
                  <a:pt x="1283017" y="126841"/>
                  <a:pt x="1283017" y="126841"/>
                </a:cubicBezTo>
                <a:cubicBezTo>
                  <a:pt x="1283017" y="125888"/>
                  <a:pt x="1282065" y="124936"/>
                  <a:pt x="1280159" y="124936"/>
                </a:cubicBezTo>
                <a:cubicBezTo>
                  <a:pt x="1274445" y="124936"/>
                  <a:pt x="1269682" y="131604"/>
                  <a:pt x="1269682" y="137318"/>
                </a:cubicBezTo>
                <a:lnTo>
                  <a:pt x="1269682" y="163989"/>
                </a:lnTo>
                <a:lnTo>
                  <a:pt x="1280159" y="164941"/>
                </a:lnTo>
                <a:lnTo>
                  <a:pt x="1280159" y="168751"/>
                </a:lnTo>
                <a:lnTo>
                  <a:pt x="1254442" y="168751"/>
                </a:lnTo>
                <a:lnTo>
                  <a:pt x="1254442" y="164941"/>
                </a:lnTo>
                <a:lnTo>
                  <a:pt x="1260157" y="163989"/>
                </a:lnTo>
                <a:lnTo>
                  <a:pt x="1260157" y="124936"/>
                </a:lnTo>
                <a:lnTo>
                  <a:pt x="1254442" y="123984"/>
                </a:lnTo>
                <a:lnTo>
                  <a:pt x="1254442" y="120174"/>
                </a:lnTo>
                <a:lnTo>
                  <a:pt x="1268730" y="120174"/>
                </a:lnTo>
                <a:lnTo>
                  <a:pt x="1269682" y="127793"/>
                </a:lnTo>
                <a:cubicBezTo>
                  <a:pt x="1271587" y="123031"/>
                  <a:pt x="1276350" y="119221"/>
                  <a:pt x="1283017" y="119221"/>
                </a:cubicBezTo>
                <a:close/>
                <a:moveTo>
                  <a:pt x="1228725" y="119221"/>
                </a:moveTo>
                <a:cubicBezTo>
                  <a:pt x="1243012" y="119221"/>
                  <a:pt x="1249680" y="129699"/>
                  <a:pt x="1250632" y="143986"/>
                </a:cubicBezTo>
                <a:cubicBezTo>
                  <a:pt x="1250632" y="159226"/>
                  <a:pt x="1243012" y="169703"/>
                  <a:pt x="1228725" y="169703"/>
                </a:cubicBezTo>
                <a:cubicBezTo>
                  <a:pt x="1214437" y="169703"/>
                  <a:pt x="1206817" y="160178"/>
                  <a:pt x="1206817" y="144938"/>
                </a:cubicBezTo>
                <a:cubicBezTo>
                  <a:pt x="1206817" y="129699"/>
                  <a:pt x="1215390" y="119221"/>
                  <a:pt x="1228725" y="119221"/>
                </a:cubicBezTo>
                <a:close/>
                <a:moveTo>
                  <a:pt x="1101089" y="119221"/>
                </a:moveTo>
                <a:cubicBezTo>
                  <a:pt x="1106804" y="119221"/>
                  <a:pt x="1110614" y="122079"/>
                  <a:pt x="1109662" y="127793"/>
                </a:cubicBezTo>
                <a:cubicBezTo>
                  <a:pt x="1109662" y="133509"/>
                  <a:pt x="1106804" y="135413"/>
                  <a:pt x="1102994" y="135413"/>
                </a:cubicBezTo>
                <a:cubicBezTo>
                  <a:pt x="1099184" y="135413"/>
                  <a:pt x="1097279" y="132556"/>
                  <a:pt x="1097279" y="128746"/>
                </a:cubicBezTo>
                <a:lnTo>
                  <a:pt x="1100137" y="127793"/>
                </a:lnTo>
                <a:cubicBezTo>
                  <a:pt x="1100137" y="127793"/>
                  <a:pt x="1100137" y="126841"/>
                  <a:pt x="1100137" y="126841"/>
                </a:cubicBezTo>
                <a:cubicBezTo>
                  <a:pt x="1100137" y="125888"/>
                  <a:pt x="1099184" y="124936"/>
                  <a:pt x="1097279" y="124936"/>
                </a:cubicBezTo>
                <a:cubicBezTo>
                  <a:pt x="1092516" y="124936"/>
                  <a:pt x="1087754" y="131604"/>
                  <a:pt x="1087754" y="137318"/>
                </a:cubicBezTo>
                <a:lnTo>
                  <a:pt x="1087754" y="163989"/>
                </a:lnTo>
                <a:lnTo>
                  <a:pt x="1098232" y="164941"/>
                </a:lnTo>
                <a:lnTo>
                  <a:pt x="1098232" y="168751"/>
                </a:lnTo>
                <a:lnTo>
                  <a:pt x="1072514" y="168751"/>
                </a:lnTo>
                <a:lnTo>
                  <a:pt x="1072514" y="164941"/>
                </a:lnTo>
                <a:lnTo>
                  <a:pt x="1078229" y="163989"/>
                </a:lnTo>
                <a:lnTo>
                  <a:pt x="1078229" y="124936"/>
                </a:lnTo>
                <a:lnTo>
                  <a:pt x="1072514" y="123984"/>
                </a:lnTo>
                <a:lnTo>
                  <a:pt x="1072514" y="120174"/>
                </a:lnTo>
                <a:lnTo>
                  <a:pt x="1086802" y="120174"/>
                </a:lnTo>
                <a:lnTo>
                  <a:pt x="1087754" y="127793"/>
                </a:lnTo>
                <a:cubicBezTo>
                  <a:pt x="1089659" y="123031"/>
                  <a:pt x="1094422" y="119221"/>
                  <a:pt x="1101089" y="119221"/>
                </a:cubicBezTo>
                <a:close/>
                <a:moveTo>
                  <a:pt x="1048702" y="119221"/>
                </a:moveTo>
                <a:cubicBezTo>
                  <a:pt x="1060133" y="119221"/>
                  <a:pt x="1066800" y="125888"/>
                  <a:pt x="1065847" y="141129"/>
                </a:cubicBezTo>
                <a:cubicBezTo>
                  <a:pt x="1065847" y="142081"/>
                  <a:pt x="1065847" y="143986"/>
                  <a:pt x="1065847" y="144938"/>
                </a:cubicBezTo>
                <a:lnTo>
                  <a:pt x="1036320" y="144938"/>
                </a:lnTo>
                <a:cubicBezTo>
                  <a:pt x="1036320" y="156368"/>
                  <a:pt x="1040130" y="163989"/>
                  <a:pt x="1049655" y="163989"/>
                </a:cubicBezTo>
                <a:cubicBezTo>
                  <a:pt x="1056322" y="163989"/>
                  <a:pt x="1060133" y="161131"/>
                  <a:pt x="1062037" y="155416"/>
                </a:cubicBezTo>
                <a:lnTo>
                  <a:pt x="1065847" y="157321"/>
                </a:lnTo>
                <a:cubicBezTo>
                  <a:pt x="1063942" y="164941"/>
                  <a:pt x="1057275" y="169703"/>
                  <a:pt x="1047750" y="169703"/>
                </a:cubicBezTo>
                <a:cubicBezTo>
                  <a:pt x="1033462" y="169703"/>
                  <a:pt x="1026795" y="160178"/>
                  <a:pt x="1026795" y="144938"/>
                </a:cubicBezTo>
                <a:cubicBezTo>
                  <a:pt x="1026795" y="128746"/>
                  <a:pt x="1036320" y="119221"/>
                  <a:pt x="1048702" y="119221"/>
                </a:cubicBezTo>
                <a:close/>
                <a:moveTo>
                  <a:pt x="934402" y="119221"/>
                </a:moveTo>
                <a:cubicBezTo>
                  <a:pt x="945833" y="119221"/>
                  <a:pt x="952500" y="125888"/>
                  <a:pt x="951547" y="141129"/>
                </a:cubicBezTo>
                <a:cubicBezTo>
                  <a:pt x="951547" y="142081"/>
                  <a:pt x="951547" y="143986"/>
                  <a:pt x="951547" y="144938"/>
                </a:cubicBezTo>
                <a:lnTo>
                  <a:pt x="922020" y="144938"/>
                </a:lnTo>
                <a:cubicBezTo>
                  <a:pt x="922020" y="156368"/>
                  <a:pt x="925830" y="163989"/>
                  <a:pt x="935355" y="163989"/>
                </a:cubicBezTo>
                <a:cubicBezTo>
                  <a:pt x="942022" y="163989"/>
                  <a:pt x="945833" y="161131"/>
                  <a:pt x="947737" y="155416"/>
                </a:cubicBezTo>
                <a:lnTo>
                  <a:pt x="951547" y="157321"/>
                </a:lnTo>
                <a:cubicBezTo>
                  <a:pt x="949642" y="164941"/>
                  <a:pt x="942975" y="169703"/>
                  <a:pt x="933450" y="169703"/>
                </a:cubicBezTo>
                <a:cubicBezTo>
                  <a:pt x="919162" y="169703"/>
                  <a:pt x="912495" y="160178"/>
                  <a:pt x="912495" y="144938"/>
                </a:cubicBezTo>
                <a:cubicBezTo>
                  <a:pt x="912495" y="128746"/>
                  <a:pt x="922020" y="119221"/>
                  <a:pt x="934402" y="119221"/>
                </a:cubicBezTo>
                <a:close/>
                <a:moveTo>
                  <a:pt x="971549" y="105886"/>
                </a:moveTo>
                <a:lnTo>
                  <a:pt x="974407" y="105886"/>
                </a:lnTo>
                <a:lnTo>
                  <a:pt x="974407" y="120174"/>
                </a:lnTo>
                <a:lnTo>
                  <a:pt x="997266" y="120174"/>
                </a:lnTo>
                <a:lnTo>
                  <a:pt x="997266" y="107791"/>
                </a:lnTo>
                <a:lnTo>
                  <a:pt x="1003934" y="105886"/>
                </a:lnTo>
                <a:lnTo>
                  <a:pt x="1005839" y="105886"/>
                </a:lnTo>
                <a:lnTo>
                  <a:pt x="1005839" y="120174"/>
                </a:lnTo>
                <a:lnTo>
                  <a:pt x="1016316" y="120174"/>
                </a:lnTo>
                <a:lnTo>
                  <a:pt x="1016316" y="124936"/>
                </a:lnTo>
                <a:lnTo>
                  <a:pt x="1005839" y="124936"/>
                </a:lnTo>
                <a:lnTo>
                  <a:pt x="1005839" y="156368"/>
                </a:lnTo>
                <a:cubicBezTo>
                  <a:pt x="1005839" y="162083"/>
                  <a:pt x="1006791" y="163989"/>
                  <a:pt x="1010602" y="163989"/>
                </a:cubicBezTo>
                <a:cubicBezTo>
                  <a:pt x="1014412" y="163989"/>
                  <a:pt x="1016316" y="162083"/>
                  <a:pt x="1017269" y="156368"/>
                </a:cubicBezTo>
                <a:lnTo>
                  <a:pt x="1021079" y="157321"/>
                </a:lnTo>
                <a:cubicBezTo>
                  <a:pt x="1020127" y="165893"/>
                  <a:pt x="1015364" y="169703"/>
                  <a:pt x="1007744" y="169703"/>
                </a:cubicBezTo>
                <a:cubicBezTo>
                  <a:pt x="1000124" y="169703"/>
                  <a:pt x="996314" y="165893"/>
                  <a:pt x="996314" y="158274"/>
                </a:cubicBezTo>
                <a:lnTo>
                  <a:pt x="996314" y="124936"/>
                </a:lnTo>
                <a:lnTo>
                  <a:pt x="973454" y="124936"/>
                </a:lnTo>
                <a:lnTo>
                  <a:pt x="973454" y="156368"/>
                </a:lnTo>
                <a:cubicBezTo>
                  <a:pt x="973454" y="162083"/>
                  <a:pt x="974407" y="163989"/>
                  <a:pt x="978216" y="163989"/>
                </a:cubicBezTo>
                <a:cubicBezTo>
                  <a:pt x="982027" y="163989"/>
                  <a:pt x="983932" y="162083"/>
                  <a:pt x="985837" y="156368"/>
                </a:cubicBezTo>
                <a:lnTo>
                  <a:pt x="989647" y="157321"/>
                </a:lnTo>
                <a:cubicBezTo>
                  <a:pt x="988694" y="165893"/>
                  <a:pt x="983932" y="169703"/>
                  <a:pt x="976312" y="169703"/>
                </a:cubicBezTo>
                <a:cubicBezTo>
                  <a:pt x="968691" y="169703"/>
                  <a:pt x="964882" y="165893"/>
                  <a:pt x="964882" y="158274"/>
                </a:cubicBezTo>
                <a:lnTo>
                  <a:pt x="964882" y="124936"/>
                </a:lnTo>
                <a:lnTo>
                  <a:pt x="958214" y="124936"/>
                </a:lnTo>
                <a:lnTo>
                  <a:pt x="958214" y="120174"/>
                </a:lnTo>
                <a:lnTo>
                  <a:pt x="964882" y="120174"/>
                </a:lnTo>
                <a:lnTo>
                  <a:pt x="964882" y="107791"/>
                </a:lnTo>
                <a:close/>
                <a:moveTo>
                  <a:pt x="1348740" y="96361"/>
                </a:moveTo>
                <a:lnTo>
                  <a:pt x="1364932" y="96361"/>
                </a:lnTo>
                <a:lnTo>
                  <a:pt x="1364932" y="163989"/>
                </a:lnTo>
                <a:lnTo>
                  <a:pt x="1371600" y="163989"/>
                </a:lnTo>
                <a:lnTo>
                  <a:pt x="1371600" y="167799"/>
                </a:lnTo>
                <a:lnTo>
                  <a:pt x="1357312" y="167799"/>
                </a:lnTo>
                <a:lnTo>
                  <a:pt x="1356360" y="160178"/>
                </a:lnTo>
                <a:cubicBezTo>
                  <a:pt x="1353502" y="164941"/>
                  <a:pt x="1348740" y="168751"/>
                  <a:pt x="1341120" y="168751"/>
                </a:cubicBezTo>
                <a:cubicBezTo>
                  <a:pt x="1328737" y="168751"/>
                  <a:pt x="1323022" y="158274"/>
                  <a:pt x="1323022" y="143986"/>
                </a:cubicBezTo>
                <a:cubicBezTo>
                  <a:pt x="1323022" y="127793"/>
                  <a:pt x="1330642" y="118268"/>
                  <a:pt x="1343025" y="118268"/>
                </a:cubicBezTo>
                <a:cubicBezTo>
                  <a:pt x="1347787" y="118268"/>
                  <a:pt x="1352550" y="120174"/>
                  <a:pt x="1356360" y="123983"/>
                </a:cubicBezTo>
                <a:lnTo>
                  <a:pt x="1356360" y="101124"/>
                </a:lnTo>
                <a:lnTo>
                  <a:pt x="1348740" y="100171"/>
                </a:lnTo>
                <a:close/>
                <a:moveTo>
                  <a:pt x="1295400" y="96361"/>
                </a:moveTo>
                <a:lnTo>
                  <a:pt x="1311592" y="96361"/>
                </a:lnTo>
                <a:lnTo>
                  <a:pt x="1311592" y="163989"/>
                </a:lnTo>
                <a:lnTo>
                  <a:pt x="1318260" y="164941"/>
                </a:lnTo>
                <a:lnTo>
                  <a:pt x="1318260" y="168751"/>
                </a:lnTo>
                <a:lnTo>
                  <a:pt x="1295400" y="168751"/>
                </a:lnTo>
                <a:lnTo>
                  <a:pt x="1295400" y="164941"/>
                </a:lnTo>
                <a:lnTo>
                  <a:pt x="1302067" y="163989"/>
                </a:lnTo>
                <a:lnTo>
                  <a:pt x="1302067" y="101124"/>
                </a:lnTo>
                <a:lnTo>
                  <a:pt x="1295400" y="100171"/>
                </a:lnTo>
                <a:close/>
                <a:moveTo>
                  <a:pt x="856297" y="96361"/>
                </a:moveTo>
                <a:lnTo>
                  <a:pt x="871537" y="96361"/>
                </a:lnTo>
                <a:lnTo>
                  <a:pt x="871537" y="126841"/>
                </a:lnTo>
                <a:cubicBezTo>
                  <a:pt x="874395" y="123031"/>
                  <a:pt x="879157" y="119221"/>
                  <a:pt x="886777" y="119221"/>
                </a:cubicBezTo>
                <a:cubicBezTo>
                  <a:pt x="898207" y="119221"/>
                  <a:pt x="904874" y="127793"/>
                  <a:pt x="903922" y="143986"/>
                </a:cubicBezTo>
                <a:cubicBezTo>
                  <a:pt x="903922" y="158274"/>
                  <a:pt x="897254" y="169703"/>
                  <a:pt x="882967" y="169703"/>
                </a:cubicBezTo>
                <a:cubicBezTo>
                  <a:pt x="876299" y="169703"/>
                  <a:pt x="872489" y="166846"/>
                  <a:pt x="868679" y="163989"/>
                </a:cubicBezTo>
                <a:lnTo>
                  <a:pt x="864870" y="169703"/>
                </a:lnTo>
                <a:lnTo>
                  <a:pt x="862012" y="169703"/>
                </a:lnTo>
                <a:lnTo>
                  <a:pt x="862012" y="101124"/>
                </a:lnTo>
                <a:lnTo>
                  <a:pt x="856297" y="100171"/>
                </a:lnTo>
                <a:close/>
                <a:moveTo>
                  <a:pt x="1256347" y="72549"/>
                </a:moveTo>
                <a:cubicBezTo>
                  <a:pt x="1255395" y="74454"/>
                  <a:pt x="1254442" y="76359"/>
                  <a:pt x="1254442" y="79217"/>
                </a:cubicBezTo>
                <a:cubicBezTo>
                  <a:pt x="1254442" y="83979"/>
                  <a:pt x="1257300" y="86837"/>
                  <a:pt x="1268730" y="86837"/>
                </a:cubicBezTo>
                <a:cubicBezTo>
                  <a:pt x="1277303" y="86837"/>
                  <a:pt x="1283017" y="84932"/>
                  <a:pt x="1283017" y="78264"/>
                </a:cubicBezTo>
                <a:cubicBezTo>
                  <a:pt x="1283017" y="73502"/>
                  <a:pt x="1278255" y="72549"/>
                  <a:pt x="1269683" y="72549"/>
                </a:cubicBezTo>
                <a:close/>
                <a:moveTo>
                  <a:pt x="179070" y="66834"/>
                </a:moveTo>
                <a:lnTo>
                  <a:pt x="282893" y="66834"/>
                </a:lnTo>
                <a:lnTo>
                  <a:pt x="277178" y="104934"/>
                </a:lnTo>
                <a:lnTo>
                  <a:pt x="173355" y="104934"/>
                </a:lnTo>
                <a:close/>
                <a:moveTo>
                  <a:pt x="1336357" y="49688"/>
                </a:moveTo>
                <a:cubicBezTo>
                  <a:pt x="1327784" y="49688"/>
                  <a:pt x="1324927" y="53499"/>
                  <a:pt x="1324927" y="59214"/>
                </a:cubicBezTo>
                <a:cubicBezTo>
                  <a:pt x="1324927" y="63976"/>
                  <a:pt x="1326832" y="66834"/>
                  <a:pt x="1331594" y="66834"/>
                </a:cubicBezTo>
                <a:cubicBezTo>
                  <a:pt x="1336357" y="66834"/>
                  <a:pt x="1341119" y="63024"/>
                  <a:pt x="1341119" y="57309"/>
                </a:cubicBezTo>
                <a:lnTo>
                  <a:pt x="1341119" y="49688"/>
                </a:lnTo>
                <a:close/>
                <a:moveTo>
                  <a:pt x="96203" y="43021"/>
                </a:moveTo>
                <a:lnTo>
                  <a:pt x="71438" y="100171"/>
                </a:lnTo>
                <a:lnTo>
                  <a:pt x="108585" y="100171"/>
                </a:lnTo>
                <a:close/>
                <a:moveTo>
                  <a:pt x="519112" y="37306"/>
                </a:moveTo>
                <a:cubicBezTo>
                  <a:pt x="495300" y="32543"/>
                  <a:pt x="474345" y="50641"/>
                  <a:pt x="467677" y="80168"/>
                </a:cubicBezTo>
                <a:cubicBezTo>
                  <a:pt x="461010" y="108743"/>
                  <a:pt x="471487" y="129698"/>
                  <a:pt x="493395" y="134461"/>
                </a:cubicBezTo>
                <a:cubicBezTo>
                  <a:pt x="517207" y="139223"/>
                  <a:pt x="538162" y="121126"/>
                  <a:pt x="544830" y="91598"/>
                </a:cubicBezTo>
                <a:cubicBezTo>
                  <a:pt x="551498" y="63976"/>
                  <a:pt x="541020" y="42068"/>
                  <a:pt x="519112" y="37306"/>
                </a:cubicBezTo>
                <a:close/>
                <a:moveTo>
                  <a:pt x="1093469" y="26829"/>
                </a:moveTo>
                <a:cubicBezTo>
                  <a:pt x="1085849" y="26829"/>
                  <a:pt x="1082991" y="33496"/>
                  <a:pt x="1082039" y="42069"/>
                </a:cubicBezTo>
                <a:lnTo>
                  <a:pt x="1102994" y="42069"/>
                </a:lnTo>
                <a:lnTo>
                  <a:pt x="1102994" y="40163"/>
                </a:lnTo>
                <a:cubicBezTo>
                  <a:pt x="1102994" y="31591"/>
                  <a:pt x="1100137" y="26829"/>
                  <a:pt x="1093469" y="26829"/>
                </a:cubicBezTo>
                <a:close/>
                <a:moveTo>
                  <a:pt x="945833" y="26828"/>
                </a:moveTo>
                <a:cubicBezTo>
                  <a:pt x="938213" y="26828"/>
                  <a:pt x="934402" y="33496"/>
                  <a:pt x="934402" y="42068"/>
                </a:cubicBezTo>
                <a:lnTo>
                  <a:pt x="955358" y="42068"/>
                </a:lnTo>
                <a:lnTo>
                  <a:pt x="955358" y="40163"/>
                </a:lnTo>
                <a:cubicBezTo>
                  <a:pt x="955358" y="31591"/>
                  <a:pt x="952500" y="26828"/>
                  <a:pt x="945833" y="26828"/>
                </a:cubicBezTo>
                <a:close/>
                <a:moveTo>
                  <a:pt x="1267778" y="25877"/>
                </a:moveTo>
                <a:cubicBezTo>
                  <a:pt x="1263015" y="25877"/>
                  <a:pt x="1259205" y="29686"/>
                  <a:pt x="1258253" y="38259"/>
                </a:cubicBezTo>
                <a:cubicBezTo>
                  <a:pt x="1258253" y="48737"/>
                  <a:pt x="1262062" y="51594"/>
                  <a:pt x="1267778" y="51594"/>
                </a:cubicBezTo>
                <a:cubicBezTo>
                  <a:pt x="1272540" y="51594"/>
                  <a:pt x="1276350" y="48737"/>
                  <a:pt x="1276350" y="38259"/>
                </a:cubicBezTo>
                <a:cubicBezTo>
                  <a:pt x="1276350" y="28734"/>
                  <a:pt x="1273492" y="25877"/>
                  <a:pt x="1267778" y="25877"/>
                </a:cubicBezTo>
                <a:close/>
                <a:moveTo>
                  <a:pt x="1161097" y="23019"/>
                </a:moveTo>
                <a:lnTo>
                  <a:pt x="1177289" y="23019"/>
                </a:lnTo>
                <a:lnTo>
                  <a:pt x="1177289" y="66834"/>
                </a:lnTo>
                <a:lnTo>
                  <a:pt x="1184910" y="67787"/>
                </a:lnTo>
                <a:lnTo>
                  <a:pt x="1184910" y="71597"/>
                </a:lnTo>
                <a:lnTo>
                  <a:pt x="1161097" y="71597"/>
                </a:lnTo>
                <a:lnTo>
                  <a:pt x="1161097" y="67787"/>
                </a:lnTo>
                <a:lnTo>
                  <a:pt x="1168717" y="66834"/>
                </a:lnTo>
                <a:lnTo>
                  <a:pt x="1168717" y="27782"/>
                </a:lnTo>
                <a:lnTo>
                  <a:pt x="1161097" y="26829"/>
                </a:lnTo>
                <a:close/>
                <a:moveTo>
                  <a:pt x="1145857" y="23019"/>
                </a:moveTo>
                <a:cubicBezTo>
                  <a:pt x="1150620" y="23019"/>
                  <a:pt x="1155382" y="25876"/>
                  <a:pt x="1155382" y="31591"/>
                </a:cubicBezTo>
                <a:cubicBezTo>
                  <a:pt x="1155382" y="37307"/>
                  <a:pt x="1152524" y="39211"/>
                  <a:pt x="1148714" y="39211"/>
                </a:cubicBezTo>
                <a:cubicBezTo>
                  <a:pt x="1144904" y="39211"/>
                  <a:pt x="1142999" y="36354"/>
                  <a:pt x="1142999" y="32544"/>
                </a:cubicBezTo>
                <a:lnTo>
                  <a:pt x="1145857" y="30639"/>
                </a:lnTo>
                <a:cubicBezTo>
                  <a:pt x="1145857" y="30639"/>
                  <a:pt x="1145857" y="29686"/>
                  <a:pt x="1145857" y="29686"/>
                </a:cubicBezTo>
                <a:cubicBezTo>
                  <a:pt x="1145857" y="28734"/>
                  <a:pt x="1144904" y="27782"/>
                  <a:pt x="1142999" y="27782"/>
                </a:cubicBezTo>
                <a:cubicBezTo>
                  <a:pt x="1138237" y="27782"/>
                  <a:pt x="1133474" y="34449"/>
                  <a:pt x="1133474" y="40164"/>
                </a:cubicBezTo>
                <a:lnTo>
                  <a:pt x="1133474" y="66834"/>
                </a:lnTo>
                <a:lnTo>
                  <a:pt x="1142999" y="67787"/>
                </a:lnTo>
                <a:lnTo>
                  <a:pt x="1142999" y="71597"/>
                </a:lnTo>
                <a:lnTo>
                  <a:pt x="1117282" y="71597"/>
                </a:lnTo>
                <a:lnTo>
                  <a:pt x="1117282" y="67787"/>
                </a:lnTo>
                <a:lnTo>
                  <a:pt x="1122997" y="66834"/>
                </a:lnTo>
                <a:lnTo>
                  <a:pt x="1122997" y="28734"/>
                </a:lnTo>
                <a:lnTo>
                  <a:pt x="1117282" y="27782"/>
                </a:lnTo>
                <a:lnTo>
                  <a:pt x="1117282" y="23971"/>
                </a:lnTo>
                <a:lnTo>
                  <a:pt x="1131570" y="23971"/>
                </a:lnTo>
                <a:lnTo>
                  <a:pt x="1132522" y="31591"/>
                </a:lnTo>
                <a:cubicBezTo>
                  <a:pt x="1134427" y="26829"/>
                  <a:pt x="1139189" y="23019"/>
                  <a:pt x="1145857" y="23019"/>
                </a:cubicBezTo>
                <a:close/>
                <a:moveTo>
                  <a:pt x="1022985" y="23019"/>
                </a:moveTo>
                <a:lnTo>
                  <a:pt x="1043940" y="23019"/>
                </a:lnTo>
                <a:lnTo>
                  <a:pt x="1043940" y="26829"/>
                </a:lnTo>
                <a:lnTo>
                  <a:pt x="1037273" y="27782"/>
                </a:lnTo>
                <a:lnTo>
                  <a:pt x="1048702" y="61119"/>
                </a:lnTo>
                <a:lnTo>
                  <a:pt x="1059180" y="27782"/>
                </a:lnTo>
                <a:lnTo>
                  <a:pt x="1052512" y="26829"/>
                </a:lnTo>
                <a:lnTo>
                  <a:pt x="1052512" y="23019"/>
                </a:lnTo>
                <a:lnTo>
                  <a:pt x="1069658" y="23019"/>
                </a:lnTo>
                <a:lnTo>
                  <a:pt x="1069658" y="26829"/>
                </a:lnTo>
                <a:lnTo>
                  <a:pt x="1064895" y="27782"/>
                </a:lnTo>
                <a:lnTo>
                  <a:pt x="1049655" y="71597"/>
                </a:lnTo>
                <a:lnTo>
                  <a:pt x="1042035" y="71597"/>
                </a:lnTo>
                <a:lnTo>
                  <a:pt x="1026795" y="27782"/>
                </a:lnTo>
                <a:lnTo>
                  <a:pt x="1022985" y="26829"/>
                </a:lnTo>
                <a:close/>
                <a:moveTo>
                  <a:pt x="998220" y="23019"/>
                </a:moveTo>
                <a:lnTo>
                  <a:pt x="1014412" y="23019"/>
                </a:lnTo>
                <a:lnTo>
                  <a:pt x="1014412" y="66834"/>
                </a:lnTo>
                <a:lnTo>
                  <a:pt x="1022033" y="67787"/>
                </a:lnTo>
                <a:lnTo>
                  <a:pt x="1022033" y="71597"/>
                </a:lnTo>
                <a:lnTo>
                  <a:pt x="998220" y="71597"/>
                </a:lnTo>
                <a:lnTo>
                  <a:pt x="998220" y="67787"/>
                </a:lnTo>
                <a:lnTo>
                  <a:pt x="1004887" y="66834"/>
                </a:lnTo>
                <a:lnTo>
                  <a:pt x="1004887" y="27782"/>
                </a:lnTo>
                <a:lnTo>
                  <a:pt x="998220" y="26829"/>
                </a:lnTo>
                <a:close/>
                <a:moveTo>
                  <a:pt x="944880" y="23018"/>
                </a:moveTo>
                <a:cubicBezTo>
                  <a:pt x="956310" y="23018"/>
                  <a:pt x="962977" y="29686"/>
                  <a:pt x="962977" y="43973"/>
                </a:cubicBezTo>
                <a:cubicBezTo>
                  <a:pt x="962977" y="44926"/>
                  <a:pt x="962977" y="46831"/>
                  <a:pt x="962977" y="47783"/>
                </a:cubicBezTo>
                <a:lnTo>
                  <a:pt x="933450" y="47783"/>
                </a:lnTo>
                <a:cubicBezTo>
                  <a:pt x="933450" y="59213"/>
                  <a:pt x="937260" y="66833"/>
                  <a:pt x="946785" y="66833"/>
                </a:cubicBezTo>
                <a:cubicBezTo>
                  <a:pt x="953452" y="66833"/>
                  <a:pt x="957263" y="63976"/>
                  <a:pt x="959167" y="58261"/>
                </a:cubicBezTo>
                <a:lnTo>
                  <a:pt x="962977" y="60166"/>
                </a:lnTo>
                <a:cubicBezTo>
                  <a:pt x="961073" y="67786"/>
                  <a:pt x="954405" y="72548"/>
                  <a:pt x="944880" y="72548"/>
                </a:cubicBezTo>
                <a:cubicBezTo>
                  <a:pt x="930592" y="72548"/>
                  <a:pt x="923925" y="62071"/>
                  <a:pt x="923925" y="47783"/>
                </a:cubicBezTo>
                <a:cubicBezTo>
                  <a:pt x="923925" y="31591"/>
                  <a:pt x="933450" y="22066"/>
                  <a:pt x="944880" y="23018"/>
                </a:cubicBezTo>
                <a:close/>
                <a:moveTo>
                  <a:pt x="1333499" y="22066"/>
                </a:moveTo>
                <a:cubicBezTo>
                  <a:pt x="1344929" y="22066"/>
                  <a:pt x="1350644" y="26829"/>
                  <a:pt x="1350644" y="40163"/>
                </a:cubicBezTo>
                <a:lnTo>
                  <a:pt x="1350644" y="63024"/>
                </a:lnTo>
                <a:cubicBezTo>
                  <a:pt x="1350644" y="67786"/>
                  <a:pt x="1351597" y="68739"/>
                  <a:pt x="1353502" y="68739"/>
                </a:cubicBezTo>
                <a:cubicBezTo>
                  <a:pt x="1354454" y="68739"/>
                  <a:pt x="1355407" y="67786"/>
                  <a:pt x="1356359" y="67786"/>
                </a:cubicBezTo>
                <a:lnTo>
                  <a:pt x="1357312" y="70644"/>
                </a:lnTo>
                <a:cubicBezTo>
                  <a:pt x="1356359" y="71596"/>
                  <a:pt x="1353502" y="72549"/>
                  <a:pt x="1350644" y="72549"/>
                </a:cubicBezTo>
                <a:cubicBezTo>
                  <a:pt x="1345882" y="72549"/>
                  <a:pt x="1343024" y="70644"/>
                  <a:pt x="1342072" y="65881"/>
                </a:cubicBezTo>
                <a:cubicBezTo>
                  <a:pt x="1339215" y="69691"/>
                  <a:pt x="1334452" y="72549"/>
                  <a:pt x="1328737" y="73501"/>
                </a:cubicBezTo>
                <a:cubicBezTo>
                  <a:pt x="1321117" y="73501"/>
                  <a:pt x="1315402" y="70644"/>
                  <a:pt x="1315402" y="61119"/>
                </a:cubicBezTo>
                <a:cubicBezTo>
                  <a:pt x="1315402" y="50641"/>
                  <a:pt x="1323974" y="46831"/>
                  <a:pt x="1335404" y="46831"/>
                </a:cubicBezTo>
                <a:lnTo>
                  <a:pt x="1342072" y="46831"/>
                </a:lnTo>
                <a:lnTo>
                  <a:pt x="1342072" y="40163"/>
                </a:lnTo>
                <a:cubicBezTo>
                  <a:pt x="1342072" y="31591"/>
                  <a:pt x="1340167" y="26829"/>
                  <a:pt x="1332547" y="26829"/>
                </a:cubicBezTo>
                <a:cubicBezTo>
                  <a:pt x="1329690" y="26829"/>
                  <a:pt x="1324927" y="26829"/>
                  <a:pt x="1324927" y="30639"/>
                </a:cubicBezTo>
                <a:cubicBezTo>
                  <a:pt x="1324927" y="30639"/>
                  <a:pt x="1324927" y="30639"/>
                  <a:pt x="1324927" y="31591"/>
                </a:cubicBezTo>
                <a:lnTo>
                  <a:pt x="1327784" y="31591"/>
                </a:lnTo>
                <a:cubicBezTo>
                  <a:pt x="1328737" y="33496"/>
                  <a:pt x="1328737" y="34449"/>
                  <a:pt x="1328737" y="35401"/>
                </a:cubicBezTo>
                <a:cubicBezTo>
                  <a:pt x="1328737" y="38259"/>
                  <a:pt x="1325879" y="40163"/>
                  <a:pt x="1323022" y="40163"/>
                </a:cubicBezTo>
                <a:cubicBezTo>
                  <a:pt x="1319212" y="40163"/>
                  <a:pt x="1317307" y="38259"/>
                  <a:pt x="1317307" y="34449"/>
                </a:cubicBezTo>
                <a:cubicBezTo>
                  <a:pt x="1317307" y="26829"/>
                  <a:pt x="1323974" y="22066"/>
                  <a:pt x="1333499" y="22066"/>
                </a:cubicBezTo>
                <a:close/>
                <a:moveTo>
                  <a:pt x="1222057" y="22066"/>
                </a:moveTo>
                <a:cubicBezTo>
                  <a:pt x="1231582" y="22066"/>
                  <a:pt x="1236345" y="26829"/>
                  <a:pt x="1236345" y="38259"/>
                </a:cubicBezTo>
                <a:lnTo>
                  <a:pt x="1236345" y="66834"/>
                </a:lnTo>
                <a:lnTo>
                  <a:pt x="1243965" y="67786"/>
                </a:lnTo>
                <a:lnTo>
                  <a:pt x="1243965" y="72549"/>
                </a:lnTo>
                <a:lnTo>
                  <a:pt x="1222057" y="72549"/>
                </a:lnTo>
                <a:lnTo>
                  <a:pt x="1222057" y="68739"/>
                </a:lnTo>
                <a:lnTo>
                  <a:pt x="1227772" y="67786"/>
                </a:lnTo>
                <a:lnTo>
                  <a:pt x="1227772" y="39211"/>
                </a:lnTo>
                <a:cubicBezTo>
                  <a:pt x="1227772" y="32544"/>
                  <a:pt x="1226820" y="28734"/>
                  <a:pt x="1219200" y="28734"/>
                </a:cubicBezTo>
                <a:cubicBezTo>
                  <a:pt x="1212532" y="28734"/>
                  <a:pt x="1206817" y="33496"/>
                  <a:pt x="1206817" y="41116"/>
                </a:cubicBezTo>
                <a:lnTo>
                  <a:pt x="1206817" y="66834"/>
                </a:lnTo>
                <a:lnTo>
                  <a:pt x="1212532" y="67786"/>
                </a:lnTo>
                <a:lnTo>
                  <a:pt x="1213485" y="67786"/>
                </a:lnTo>
                <a:lnTo>
                  <a:pt x="1213485" y="71596"/>
                </a:lnTo>
                <a:lnTo>
                  <a:pt x="1191577" y="71596"/>
                </a:lnTo>
                <a:lnTo>
                  <a:pt x="1191577" y="67786"/>
                </a:lnTo>
                <a:lnTo>
                  <a:pt x="1197292" y="66834"/>
                </a:lnTo>
                <a:lnTo>
                  <a:pt x="1197292" y="27781"/>
                </a:lnTo>
                <a:lnTo>
                  <a:pt x="1191577" y="26829"/>
                </a:lnTo>
                <a:lnTo>
                  <a:pt x="1191577" y="23019"/>
                </a:lnTo>
                <a:lnTo>
                  <a:pt x="1204912" y="23019"/>
                </a:lnTo>
                <a:lnTo>
                  <a:pt x="1205865" y="31591"/>
                </a:lnTo>
                <a:cubicBezTo>
                  <a:pt x="1207770" y="26829"/>
                  <a:pt x="1213485" y="22066"/>
                  <a:pt x="1222057" y="22066"/>
                </a:cubicBezTo>
                <a:close/>
                <a:moveTo>
                  <a:pt x="1094422" y="22066"/>
                </a:moveTo>
                <a:cubicBezTo>
                  <a:pt x="1104899" y="22066"/>
                  <a:pt x="1112519" y="28734"/>
                  <a:pt x="1111566" y="43974"/>
                </a:cubicBezTo>
                <a:cubicBezTo>
                  <a:pt x="1111566" y="44926"/>
                  <a:pt x="1111566" y="46831"/>
                  <a:pt x="1111566" y="47784"/>
                </a:cubicBezTo>
                <a:lnTo>
                  <a:pt x="1082039" y="47784"/>
                </a:lnTo>
                <a:cubicBezTo>
                  <a:pt x="1082039" y="59214"/>
                  <a:pt x="1085849" y="66834"/>
                  <a:pt x="1095374" y="66834"/>
                </a:cubicBezTo>
                <a:cubicBezTo>
                  <a:pt x="1102041" y="66834"/>
                  <a:pt x="1104899" y="63976"/>
                  <a:pt x="1107757" y="58261"/>
                </a:cubicBezTo>
                <a:lnTo>
                  <a:pt x="1111566" y="60166"/>
                </a:lnTo>
                <a:cubicBezTo>
                  <a:pt x="1109662" y="67786"/>
                  <a:pt x="1102994" y="72549"/>
                  <a:pt x="1093469" y="72549"/>
                </a:cubicBezTo>
                <a:cubicBezTo>
                  <a:pt x="1079182" y="72549"/>
                  <a:pt x="1072514" y="62071"/>
                  <a:pt x="1072514" y="47784"/>
                </a:cubicBezTo>
                <a:cubicBezTo>
                  <a:pt x="1072514" y="31591"/>
                  <a:pt x="1082039" y="22066"/>
                  <a:pt x="1094422" y="22066"/>
                </a:cubicBezTo>
                <a:close/>
                <a:moveTo>
                  <a:pt x="1287780" y="19209"/>
                </a:moveTo>
                <a:cubicBezTo>
                  <a:pt x="1288733" y="19209"/>
                  <a:pt x="1289685" y="19209"/>
                  <a:pt x="1290637" y="20161"/>
                </a:cubicBezTo>
                <a:lnTo>
                  <a:pt x="1290637" y="27782"/>
                </a:lnTo>
                <a:lnTo>
                  <a:pt x="1282065" y="28734"/>
                </a:lnTo>
                <a:cubicBezTo>
                  <a:pt x="1284922" y="30639"/>
                  <a:pt x="1286828" y="34449"/>
                  <a:pt x="1286828" y="40164"/>
                </a:cubicBezTo>
                <a:cubicBezTo>
                  <a:pt x="1286828" y="50642"/>
                  <a:pt x="1278255" y="57309"/>
                  <a:pt x="1268730" y="57309"/>
                </a:cubicBezTo>
                <a:cubicBezTo>
                  <a:pt x="1265872" y="57309"/>
                  <a:pt x="1264920" y="56357"/>
                  <a:pt x="1263015" y="56357"/>
                </a:cubicBezTo>
                <a:cubicBezTo>
                  <a:pt x="1259205" y="59214"/>
                  <a:pt x="1258253" y="61119"/>
                  <a:pt x="1258253" y="62072"/>
                </a:cubicBezTo>
                <a:cubicBezTo>
                  <a:pt x="1258253" y="63977"/>
                  <a:pt x="1259205" y="63977"/>
                  <a:pt x="1262062" y="63977"/>
                </a:cubicBezTo>
                <a:lnTo>
                  <a:pt x="1270635" y="63977"/>
                </a:lnTo>
                <a:cubicBezTo>
                  <a:pt x="1282065" y="63977"/>
                  <a:pt x="1289685" y="64929"/>
                  <a:pt x="1289685" y="76359"/>
                </a:cubicBezTo>
                <a:cubicBezTo>
                  <a:pt x="1289685" y="85884"/>
                  <a:pt x="1283970" y="91599"/>
                  <a:pt x="1265872" y="91599"/>
                </a:cubicBezTo>
                <a:cubicBezTo>
                  <a:pt x="1251585" y="91599"/>
                  <a:pt x="1246822" y="87789"/>
                  <a:pt x="1245870" y="80169"/>
                </a:cubicBezTo>
                <a:cubicBezTo>
                  <a:pt x="1245870" y="75407"/>
                  <a:pt x="1249680" y="72549"/>
                  <a:pt x="1252537" y="70644"/>
                </a:cubicBezTo>
                <a:cubicBezTo>
                  <a:pt x="1250633" y="68739"/>
                  <a:pt x="1249680" y="66834"/>
                  <a:pt x="1249680" y="64929"/>
                </a:cubicBezTo>
                <a:cubicBezTo>
                  <a:pt x="1249680" y="60167"/>
                  <a:pt x="1253490" y="57309"/>
                  <a:pt x="1258253" y="53499"/>
                </a:cubicBezTo>
                <a:cubicBezTo>
                  <a:pt x="1252537" y="51594"/>
                  <a:pt x="1249680" y="45879"/>
                  <a:pt x="1249680" y="39212"/>
                </a:cubicBezTo>
                <a:cubicBezTo>
                  <a:pt x="1249680" y="29686"/>
                  <a:pt x="1256347" y="21114"/>
                  <a:pt x="1268730" y="21114"/>
                </a:cubicBezTo>
                <a:cubicBezTo>
                  <a:pt x="1273492" y="21114"/>
                  <a:pt x="1277303" y="22066"/>
                  <a:pt x="1279208" y="23972"/>
                </a:cubicBezTo>
                <a:cubicBezTo>
                  <a:pt x="1281112" y="22066"/>
                  <a:pt x="1284922" y="19209"/>
                  <a:pt x="1287780" y="19209"/>
                </a:cubicBezTo>
                <a:close/>
                <a:moveTo>
                  <a:pt x="874395" y="7779"/>
                </a:moveTo>
                <a:lnTo>
                  <a:pt x="874395" y="66834"/>
                </a:lnTo>
                <a:lnTo>
                  <a:pt x="878205" y="66834"/>
                </a:lnTo>
                <a:cubicBezTo>
                  <a:pt x="897255" y="66834"/>
                  <a:pt x="904875" y="55404"/>
                  <a:pt x="905827" y="36354"/>
                </a:cubicBezTo>
                <a:cubicBezTo>
                  <a:pt x="905827" y="13494"/>
                  <a:pt x="896302" y="7779"/>
                  <a:pt x="877252" y="7779"/>
                </a:cubicBezTo>
                <a:close/>
                <a:moveTo>
                  <a:pt x="857250" y="3016"/>
                </a:moveTo>
                <a:lnTo>
                  <a:pt x="880110" y="3016"/>
                </a:lnTo>
                <a:cubicBezTo>
                  <a:pt x="902970" y="3016"/>
                  <a:pt x="916305" y="11589"/>
                  <a:pt x="917258" y="36354"/>
                </a:cubicBezTo>
                <a:cubicBezTo>
                  <a:pt x="917258" y="63976"/>
                  <a:pt x="900113" y="71596"/>
                  <a:pt x="878205" y="71596"/>
                </a:cubicBezTo>
                <a:lnTo>
                  <a:pt x="857250" y="71596"/>
                </a:lnTo>
                <a:lnTo>
                  <a:pt x="857250" y="67786"/>
                </a:lnTo>
                <a:lnTo>
                  <a:pt x="864870" y="66834"/>
                </a:lnTo>
                <a:lnTo>
                  <a:pt x="864870" y="7779"/>
                </a:lnTo>
                <a:lnTo>
                  <a:pt x="857250" y="6826"/>
                </a:lnTo>
                <a:close/>
                <a:moveTo>
                  <a:pt x="624840" y="3016"/>
                </a:moveTo>
                <a:lnTo>
                  <a:pt x="662940" y="3016"/>
                </a:lnTo>
                <a:lnTo>
                  <a:pt x="681990" y="96361"/>
                </a:lnTo>
                <a:lnTo>
                  <a:pt x="730567" y="3016"/>
                </a:lnTo>
                <a:lnTo>
                  <a:pt x="768667" y="3016"/>
                </a:lnTo>
                <a:lnTo>
                  <a:pt x="771525" y="168751"/>
                </a:lnTo>
                <a:lnTo>
                  <a:pt x="730567" y="168751"/>
                </a:lnTo>
                <a:lnTo>
                  <a:pt x="730567" y="71596"/>
                </a:lnTo>
                <a:lnTo>
                  <a:pt x="681990" y="168751"/>
                </a:lnTo>
                <a:lnTo>
                  <a:pt x="660082" y="168751"/>
                </a:lnTo>
                <a:lnTo>
                  <a:pt x="642937" y="71596"/>
                </a:lnTo>
                <a:lnTo>
                  <a:pt x="614362" y="168751"/>
                </a:lnTo>
                <a:lnTo>
                  <a:pt x="572452" y="168751"/>
                </a:lnTo>
                <a:close/>
                <a:moveTo>
                  <a:pt x="188595" y="3016"/>
                </a:moveTo>
                <a:lnTo>
                  <a:pt x="306705" y="3016"/>
                </a:lnTo>
                <a:lnTo>
                  <a:pt x="300990" y="42069"/>
                </a:lnTo>
                <a:lnTo>
                  <a:pt x="182880" y="42069"/>
                </a:lnTo>
                <a:close/>
                <a:moveTo>
                  <a:pt x="79058" y="3016"/>
                </a:moveTo>
                <a:lnTo>
                  <a:pt x="124778" y="3016"/>
                </a:lnTo>
                <a:lnTo>
                  <a:pt x="161925" y="168751"/>
                </a:lnTo>
                <a:lnTo>
                  <a:pt x="121920" y="168751"/>
                </a:lnTo>
                <a:lnTo>
                  <a:pt x="115253" y="136366"/>
                </a:lnTo>
                <a:lnTo>
                  <a:pt x="55245" y="136366"/>
                </a:lnTo>
                <a:lnTo>
                  <a:pt x="41910" y="168751"/>
                </a:lnTo>
                <a:lnTo>
                  <a:pt x="0" y="168751"/>
                </a:lnTo>
                <a:close/>
                <a:moveTo>
                  <a:pt x="1175385" y="2064"/>
                </a:moveTo>
                <a:cubicBezTo>
                  <a:pt x="1179195" y="2064"/>
                  <a:pt x="1182052" y="3017"/>
                  <a:pt x="1182052" y="7779"/>
                </a:cubicBezTo>
                <a:cubicBezTo>
                  <a:pt x="1182052" y="11589"/>
                  <a:pt x="1180147" y="13494"/>
                  <a:pt x="1176337" y="13494"/>
                </a:cubicBezTo>
                <a:cubicBezTo>
                  <a:pt x="1171575" y="13494"/>
                  <a:pt x="1169670" y="10637"/>
                  <a:pt x="1169670" y="7779"/>
                </a:cubicBezTo>
                <a:cubicBezTo>
                  <a:pt x="1169670" y="4922"/>
                  <a:pt x="1171575" y="2064"/>
                  <a:pt x="1175385" y="2064"/>
                </a:cubicBezTo>
                <a:close/>
                <a:moveTo>
                  <a:pt x="1009650" y="2064"/>
                </a:moveTo>
                <a:cubicBezTo>
                  <a:pt x="1013460" y="2064"/>
                  <a:pt x="1016317" y="3017"/>
                  <a:pt x="1016317" y="7779"/>
                </a:cubicBezTo>
                <a:cubicBezTo>
                  <a:pt x="1016317" y="11589"/>
                  <a:pt x="1014412" y="13494"/>
                  <a:pt x="1010602" y="13494"/>
                </a:cubicBezTo>
                <a:cubicBezTo>
                  <a:pt x="1005840" y="13494"/>
                  <a:pt x="1004887" y="10637"/>
                  <a:pt x="1003935" y="7779"/>
                </a:cubicBezTo>
                <a:cubicBezTo>
                  <a:pt x="1003935" y="4922"/>
                  <a:pt x="1005840" y="2064"/>
                  <a:pt x="1009650" y="2064"/>
                </a:cubicBezTo>
                <a:close/>
                <a:moveTo>
                  <a:pt x="384810" y="1111"/>
                </a:moveTo>
                <a:cubicBezTo>
                  <a:pt x="402907" y="1111"/>
                  <a:pt x="416242" y="4921"/>
                  <a:pt x="433387" y="14446"/>
                </a:cubicBezTo>
                <a:lnTo>
                  <a:pt x="425767" y="53499"/>
                </a:lnTo>
                <a:cubicBezTo>
                  <a:pt x="414337" y="44926"/>
                  <a:pt x="402907" y="40164"/>
                  <a:pt x="388620" y="40164"/>
                </a:cubicBezTo>
                <a:cubicBezTo>
                  <a:pt x="360045" y="40164"/>
                  <a:pt x="338137" y="60166"/>
                  <a:pt x="337185" y="87789"/>
                </a:cubicBezTo>
                <a:cubicBezTo>
                  <a:pt x="336232" y="114459"/>
                  <a:pt x="354330" y="131604"/>
                  <a:pt x="380047" y="132556"/>
                </a:cubicBezTo>
                <a:cubicBezTo>
                  <a:pt x="388620" y="132556"/>
                  <a:pt x="404812" y="131604"/>
                  <a:pt x="416242" y="126841"/>
                </a:cubicBezTo>
                <a:lnTo>
                  <a:pt x="410527" y="166846"/>
                </a:lnTo>
                <a:cubicBezTo>
                  <a:pt x="399097" y="171609"/>
                  <a:pt x="381952" y="172561"/>
                  <a:pt x="373380" y="172561"/>
                </a:cubicBezTo>
                <a:cubicBezTo>
                  <a:pt x="325755" y="172561"/>
                  <a:pt x="293370" y="139224"/>
                  <a:pt x="295275" y="90646"/>
                </a:cubicBezTo>
                <a:cubicBezTo>
                  <a:pt x="296227" y="41116"/>
                  <a:pt x="336232" y="1111"/>
                  <a:pt x="384810" y="1111"/>
                </a:cubicBezTo>
                <a:close/>
                <a:moveTo>
                  <a:pt x="968692" y="159"/>
                </a:moveTo>
                <a:lnTo>
                  <a:pt x="984885" y="159"/>
                </a:lnTo>
                <a:lnTo>
                  <a:pt x="984885" y="66834"/>
                </a:lnTo>
                <a:lnTo>
                  <a:pt x="992505" y="67787"/>
                </a:lnTo>
                <a:lnTo>
                  <a:pt x="992505" y="71597"/>
                </a:lnTo>
                <a:lnTo>
                  <a:pt x="968692" y="71597"/>
                </a:lnTo>
                <a:lnTo>
                  <a:pt x="968692" y="67787"/>
                </a:lnTo>
                <a:lnTo>
                  <a:pt x="975360" y="66834"/>
                </a:lnTo>
                <a:lnTo>
                  <a:pt x="975360" y="4922"/>
                </a:lnTo>
                <a:lnTo>
                  <a:pt x="968692" y="3969"/>
                </a:lnTo>
                <a:close/>
                <a:moveTo>
                  <a:pt x="517207" y="158"/>
                </a:moveTo>
                <a:cubicBezTo>
                  <a:pt x="561975" y="3968"/>
                  <a:pt x="590550" y="39211"/>
                  <a:pt x="584835" y="86836"/>
                </a:cubicBezTo>
                <a:cubicBezTo>
                  <a:pt x="580073" y="136366"/>
                  <a:pt x="539115" y="172561"/>
                  <a:pt x="493395" y="169703"/>
                </a:cubicBezTo>
                <a:cubicBezTo>
                  <a:pt x="448627" y="166846"/>
                  <a:pt x="421005" y="130651"/>
                  <a:pt x="425767" y="83026"/>
                </a:cubicBezTo>
                <a:cubicBezTo>
                  <a:pt x="430530" y="33496"/>
                  <a:pt x="471487" y="-2699"/>
                  <a:pt x="517207" y="158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587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2 Logo Clos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0D1DA7C-EBB7-4573-874F-0F88E1514C22}"/>
              </a:ext>
            </a:extLst>
          </p:cNvPr>
          <p:cNvSpPr/>
          <p:nvPr/>
        </p:nvSpPr>
        <p:spPr>
          <a:xfrm>
            <a:off x="3345603" y="3082973"/>
            <a:ext cx="5500795" cy="692054"/>
          </a:xfrm>
          <a:custGeom>
            <a:avLst/>
            <a:gdLst>
              <a:gd name="connsiteX0" fmla="*/ 169544 w 1371600"/>
              <a:gd name="connsiteY0" fmla="*/ 129699 h 172561"/>
              <a:gd name="connsiteX1" fmla="*/ 286702 w 1371600"/>
              <a:gd name="connsiteY1" fmla="*/ 129699 h 172561"/>
              <a:gd name="connsiteX2" fmla="*/ 280987 w 1371600"/>
              <a:gd name="connsiteY2" fmla="*/ 168752 h 172561"/>
              <a:gd name="connsiteX3" fmla="*/ 162877 w 1371600"/>
              <a:gd name="connsiteY3" fmla="*/ 168752 h 172561"/>
              <a:gd name="connsiteX4" fmla="*/ 1343977 w 1371600"/>
              <a:gd name="connsiteY4" fmla="*/ 124936 h 172561"/>
              <a:gd name="connsiteX5" fmla="*/ 1331595 w 1371600"/>
              <a:gd name="connsiteY5" fmla="*/ 144938 h 172561"/>
              <a:gd name="connsiteX6" fmla="*/ 1343025 w 1371600"/>
              <a:gd name="connsiteY6" fmla="*/ 163989 h 172561"/>
              <a:gd name="connsiteX7" fmla="*/ 1355407 w 1371600"/>
              <a:gd name="connsiteY7" fmla="*/ 151606 h 172561"/>
              <a:gd name="connsiteX8" fmla="*/ 1355407 w 1371600"/>
              <a:gd name="connsiteY8" fmla="*/ 136366 h 172561"/>
              <a:gd name="connsiteX9" fmla="*/ 1343977 w 1371600"/>
              <a:gd name="connsiteY9" fmla="*/ 124936 h 172561"/>
              <a:gd name="connsiteX10" fmla="*/ 884872 w 1371600"/>
              <a:gd name="connsiteY10" fmla="*/ 124936 h 172561"/>
              <a:gd name="connsiteX11" fmla="*/ 872489 w 1371600"/>
              <a:gd name="connsiteY11" fmla="*/ 138271 h 172561"/>
              <a:gd name="connsiteX12" fmla="*/ 872489 w 1371600"/>
              <a:gd name="connsiteY12" fmla="*/ 152558 h 172561"/>
              <a:gd name="connsiteX13" fmla="*/ 883920 w 1371600"/>
              <a:gd name="connsiteY13" fmla="*/ 164941 h 172561"/>
              <a:gd name="connsiteX14" fmla="*/ 895349 w 1371600"/>
              <a:gd name="connsiteY14" fmla="*/ 143986 h 172561"/>
              <a:gd name="connsiteX15" fmla="*/ 884872 w 1371600"/>
              <a:gd name="connsiteY15" fmla="*/ 124936 h 172561"/>
              <a:gd name="connsiteX16" fmla="*/ 1227772 w 1371600"/>
              <a:gd name="connsiteY16" fmla="*/ 123984 h 172561"/>
              <a:gd name="connsiteX17" fmla="*/ 1216342 w 1371600"/>
              <a:gd name="connsiteY17" fmla="*/ 143986 h 172561"/>
              <a:gd name="connsiteX18" fmla="*/ 1227772 w 1371600"/>
              <a:gd name="connsiteY18" fmla="*/ 164941 h 172561"/>
              <a:gd name="connsiteX19" fmla="*/ 1239202 w 1371600"/>
              <a:gd name="connsiteY19" fmla="*/ 144938 h 172561"/>
              <a:gd name="connsiteX20" fmla="*/ 1227772 w 1371600"/>
              <a:gd name="connsiteY20" fmla="*/ 123984 h 172561"/>
              <a:gd name="connsiteX21" fmla="*/ 1048702 w 1371600"/>
              <a:gd name="connsiteY21" fmla="*/ 123984 h 172561"/>
              <a:gd name="connsiteX22" fmla="*/ 1037272 w 1371600"/>
              <a:gd name="connsiteY22" fmla="*/ 139224 h 172561"/>
              <a:gd name="connsiteX23" fmla="*/ 1058227 w 1371600"/>
              <a:gd name="connsiteY23" fmla="*/ 139224 h 172561"/>
              <a:gd name="connsiteX24" fmla="*/ 1058227 w 1371600"/>
              <a:gd name="connsiteY24" fmla="*/ 137318 h 172561"/>
              <a:gd name="connsiteX25" fmla="*/ 1048702 w 1371600"/>
              <a:gd name="connsiteY25" fmla="*/ 123984 h 172561"/>
              <a:gd name="connsiteX26" fmla="*/ 933450 w 1371600"/>
              <a:gd name="connsiteY26" fmla="*/ 123984 h 172561"/>
              <a:gd name="connsiteX27" fmla="*/ 922020 w 1371600"/>
              <a:gd name="connsiteY27" fmla="*/ 139224 h 172561"/>
              <a:gd name="connsiteX28" fmla="*/ 942975 w 1371600"/>
              <a:gd name="connsiteY28" fmla="*/ 139224 h 172561"/>
              <a:gd name="connsiteX29" fmla="*/ 942975 w 1371600"/>
              <a:gd name="connsiteY29" fmla="*/ 137318 h 172561"/>
              <a:gd name="connsiteX30" fmla="*/ 933450 w 1371600"/>
              <a:gd name="connsiteY30" fmla="*/ 123984 h 172561"/>
              <a:gd name="connsiteX31" fmla="*/ 1131570 w 1371600"/>
              <a:gd name="connsiteY31" fmla="*/ 120174 h 172561"/>
              <a:gd name="connsiteX32" fmla="*/ 1151572 w 1371600"/>
              <a:gd name="connsiteY32" fmla="*/ 120174 h 172561"/>
              <a:gd name="connsiteX33" fmla="*/ 1151572 w 1371600"/>
              <a:gd name="connsiteY33" fmla="*/ 123984 h 172561"/>
              <a:gd name="connsiteX34" fmla="*/ 1145858 w 1371600"/>
              <a:gd name="connsiteY34" fmla="*/ 123984 h 172561"/>
              <a:gd name="connsiteX35" fmla="*/ 1156335 w 1371600"/>
              <a:gd name="connsiteY35" fmla="*/ 159227 h 172561"/>
              <a:gd name="connsiteX36" fmla="*/ 1165860 w 1371600"/>
              <a:gd name="connsiteY36" fmla="*/ 132556 h 172561"/>
              <a:gd name="connsiteX37" fmla="*/ 1163002 w 1371600"/>
              <a:gd name="connsiteY37" fmla="*/ 123984 h 172561"/>
              <a:gd name="connsiteX38" fmla="*/ 1159192 w 1371600"/>
              <a:gd name="connsiteY38" fmla="*/ 123984 h 172561"/>
              <a:gd name="connsiteX39" fmla="*/ 1159192 w 1371600"/>
              <a:gd name="connsiteY39" fmla="*/ 120174 h 172561"/>
              <a:gd name="connsiteX40" fmla="*/ 1177290 w 1371600"/>
              <a:gd name="connsiteY40" fmla="*/ 120174 h 172561"/>
              <a:gd name="connsiteX41" fmla="*/ 1177290 w 1371600"/>
              <a:gd name="connsiteY41" fmla="*/ 123984 h 172561"/>
              <a:gd name="connsiteX42" fmla="*/ 1172527 w 1371600"/>
              <a:gd name="connsiteY42" fmla="*/ 123984 h 172561"/>
              <a:gd name="connsiteX43" fmla="*/ 1183958 w 1371600"/>
              <a:gd name="connsiteY43" fmla="*/ 159227 h 172561"/>
              <a:gd name="connsiteX44" fmla="*/ 1193483 w 1371600"/>
              <a:gd name="connsiteY44" fmla="*/ 123984 h 172561"/>
              <a:gd name="connsiteX45" fmla="*/ 1186815 w 1371600"/>
              <a:gd name="connsiteY45" fmla="*/ 123984 h 172561"/>
              <a:gd name="connsiteX46" fmla="*/ 1186815 w 1371600"/>
              <a:gd name="connsiteY46" fmla="*/ 120174 h 172561"/>
              <a:gd name="connsiteX47" fmla="*/ 1203960 w 1371600"/>
              <a:gd name="connsiteY47" fmla="*/ 120174 h 172561"/>
              <a:gd name="connsiteX48" fmla="*/ 1203960 w 1371600"/>
              <a:gd name="connsiteY48" fmla="*/ 123984 h 172561"/>
              <a:gd name="connsiteX49" fmla="*/ 1199197 w 1371600"/>
              <a:gd name="connsiteY49" fmla="*/ 123984 h 172561"/>
              <a:gd name="connsiteX50" fmla="*/ 1185862 w 1371600"/>
              <a:gd name="connsiteY50" fmla="*/ 168752 h 172561"/>
              <a:gd name="connsiteX51" fmla="*/ 1179195 w 1371600"/>
              <a:gd name="connsiteY51" fmla="*/ 168752 h 172561"/>
              <a:gd name="connsiteX52" fmla="*/ 1168717 w 1371600"/>
              <a:gd name="connsiteY52" fmla="*/ 140176 h 172561"/>
              <a:gd name="connsiteX53" fmla="*/ 1167765 w 1371600"/>
              <a:gd name="connsiteY53" fmla="*/ 140176 h 172561"/>
              <a:gd name="connsiteX54" fmla="*/ 1157287 w 1371600"/>
              <a:gd name="connsiteY54" fmla="*/ 168752 h 172561"/>
              <a:gd name="connsiteX55" fmla="*/ 1150620 w 1371600"/>
              <a:gd name="connsiteY55" fmla="*/ 168752 h 172561"/>
              <a:gd name="connsiteX56" fmla="*/ 1135380 w 1371600"/>
              <a:gd name="connsiteY56" fmla="*/ 123984 h 172561"/>
              <a:gd name="connsiteX57" fmla="*/ 1131570 w 1371600"/>
              <a:gd name="connsiteY57" fmla="*/ 123984 h 172561"/>
              <a:gd name="connsiteX58" fmla="*/ 1283017 w 1371600"/>
              <a:gd name="connsiteY58" fmla="*/ 119221 h 172561"/>
              <a:gd name="connsiteX59" fmla="*/ 1292542 w 1371600"/>
              <a:gd name="connsiteY59" fmla="*/ 127793 h 172561"/>
              <a:gd name="connsiteX60" fmla="*/ 1285875 w 1371600"/>
              <a:gd name="connsiteY60" fmla="*/ 135413 h 172561"/>
              <a:gd name="connsiteX61" fmla="*/ 1280159 w 1371600"/>
              <a:gd name="connsiteY61" fmla="*/ 128746 h 172561"/>
              <a:gd name="connsiteX62" fmla="*/ 1283017 w 1371600"/>
              <a:gd name="connsiteY62" fmla="*/ 127793 h 172561"/>
              <a:gd name="connsiteX63" fmla="*/ 1283017 w 1371600"/>
              <a:gd name="connsiteY63" fmla="*/ 126841 h 172561"/>
              <a:gd name="connsiteX64" fmla="*/ 1280159 w 1371600"/>
              <a:gd name="connsiteY64" fmla="*/ 124936 h 172561"/>
              <a:gd name="connsiteX65" fmla="*/ 1269682 w 1371600"/>
              <a:gd name="connsiteY65" fmla="*/ 137318 h 172561"/>
              <a:gd name="connsiteX66" fmla="*/ 1269682 w 1371600"/>
              <a:gd name="connsiteY66" fmla="*/ 163989 h 172561"/>
              <a:gd name="connsiteX67" fmla="*/ 1280159 w 1371600"/>
              <a:gd name="connsiteY67" fmla="*/ 164941 h 172561"/>
              <a:gd name="connsiteX68" fmla="*/ 1280159 w 1371600"/>
              <a:gd name="connsiteY68" fmla="*/ 168751 h 172561"/>
              <a:gd name="connsiteX69" fmla="*/ 1254442 w 1371600"/>
              <a:gd name="connsiteY69" fmla="*/ 168751 h 172561"/>
              <a:gd name="connsiteX70" fmla="*/ 1254442 w 1371600"/>
              <a:gd name="connsiteY70" fmla="*/ 164941 h 172561"/>
              <a:gd name="connsiteX71" fmla="*/ 1260157 w 1371600"/>
              <a:gd name="connsiteY71" fmla="*/ 163989 h 172561"/>
              <a:gd name="connsiteX72" fmla="*/ 1260157 w 1371600"/>
              <a:gd name="connsiteY72" fmla="*/ 124936 h 172561"/>
              <a:gd name="connsiteX73" fmla="*/ 1254442 w 1371600"/>
              <a:gd name="connsiteY73" fmla="*/ 123984 h 172561"/>
              <a:gd name="connsiteX74" fmla="*/ 1254442 w 1371600"/>
              <a:gd name="connsiteY74" fmla="*/ 120174 h 172561"/>
              <a:gd name="connsiteX75" fmla="*/ 1268730 w 1371600"/>
              <a:gd name="connsiteY75" fmla="*/ 120174 h 172561"/>
              <a:gd name="connsiteX76" fmla="*/ 1269682 w 1371600"/>
              <a:gd name="connsiteY76" fmla="*/ 127793 h 172561"/>
              <a:gd name="connsiteX77" fmla="*/ 1283017 w 1371600"/>
              <a:gd name="connsiteY77" fmla="*/ 119221 h 172561"/>
              <a:gd name="connsiteX78" fmla="*/ 1228725 w 1371600"/>
              <a:gd name="connsiteY78" fmla="*/ 119221 h 172561"/>
              <a:gd name="connsiteX79" fmla="*/ 1250632 w 1371600"/>
              <a:gd name="connsiteY79" fmla="*/ 143986 h 172561"/>
              <a:gd name="connsiteX80" fmla="*/ 1228725 w 1371600"/>
              <a:gd name="connsiteY80" fmla="*/ 169703 h 172561"/>
              <a:gd name="connsiteX81" fmla="*/ 1206817 w 1371600"/>
              <a:gd name="connsiteY81" fmla="*/ 144938 h 172561"/>
              <a:gd name="connsiteX82" fmla="*/ 1228725 w 1371600"/>
              <a:gd name="connsiteY82" fmla="*/ 119221 h 172561"/>
              <a:gd name="connsiteX83" fmla="*/ 1101089 w 1371600"/>
              <a:gd name="connsiteY83" fmla="*/ 119221 h 172561"/>
              <a:gd name="connsiteX84" fmla="*/ 1109662 w 1371600"/>
              <a:gd name="connsiteY84" fmla="*/ 127793 h 172561"/>
              <a:gd name="connsiteX85" fmla="*/ 1102994 w 1371600"/>
              <a:gd name="connsiteY85" fmla="*/ 135413 h 172561"/>
              <a:gd name="connsiteX86" fmla="*/ 1097279 w 1371600"/>
              <a:gd name="connsiteY86" fmla="*/ 128746 h 172561"/>
              <a:gd name="connsiteX87" fmla="*/ 1100137 w 1371600"/>
              <a:gd name="connsiteY87" fmla="*/ 127793 h 172561"/>
              <a:gd name="connsiteX88" fmla="*/ 1100137 w 1371600"/>
              <a:gd name="connsiteY88" fmla="*/ 126841 h 172561"/>
              <a:gd name="connsiteX89" fmla="*/ 1097279 w 1371600"/>
              <a:gd name="connsiteY89" fmla="*/ 124936 h 172561"/>
              <a:gd name="connsiteX90" fmla="*/ 1087754 w 1371600"/>
              <a:gd name="connsiteY90" fmla="*/ 137318 h 172561"/>
              <a:gd name="connsiteX91" fmla="*/ 1087754 w 1371600"/>
              <a:gd name="connsiteY91" fmla="*/ 163989 h 172561"/>
              <a:gd name="connsiteX92" fmla="*/ 1098232 w 1371600"/>
              <a:gd name="connsiteY92" fmla="*/ 164941 h 172561"/>
              <a:gd name="connsiteX93" fmla="*/ 1098232 w 1371600"/>
              <a:gd name="connsiteY93" fmla="*/ 168751 h 172561"/>
              <a:gd name="connsiteX94" fmla="*/ 1072514 w 1371600"/>
              <a:gd name="connsiteY94" fmla="*/ 168751 h 172561"/>
              <a:gd name="connsiteX95" fmla="*/ 1072514 w 1371600"/>
              <a:gd name="connsiteY95" fmla="*/ 164941 h 172561"/>
              <a:gd name="connsiteX96" fmla="*/ 1078229 w 1371600"/>
              <a:gd name="connsiteY96" fmla="*/ 163989 h 172561"/>
              <a:gd name="connsiteX97" fmla="*/ 1078229 w 1371600"/>
              <a:gd name="connsiteY97" fmla="*/ 124936 h 172561"/>
              <a:gd name="connsiteX98" fmla="*/ 1072514 w 1371600"/>
              <a:gd name="connsiteY98" fmla="*/ 123984 h 172561"/>
              <a:gd name="connsiteX99" fmla="*/ 1072514 w 1371600"/>
              <a:gd name="connsiteY99" fmla="*/ 120174 h 172561"/>
              <a:gd name="connsiteX100" fmla="*/ 1086802 w 1371600"/>
              <a:gd name="connsiteY100" fmla="*/ 120174 h 172561"/>
              <a:gd name="connsiteX101" fmla="*/ 1087754 w 1371600"/>
              <a:gd name="connsiteY101" fmla="*/ 127793 h 172561"/>
              <a:gd name="connsiteX102" fmla="*/ 1101089 w 1371600"/>
              <a:gd name="connsiteY102" fmla="*/ 119221 h 172561"/>
              <a:gd name="connsiteX103" fmla="*/ 1048702 w 1371600"/>
              <a:gd name="connsiteY103" fmla="*/ 119221 h 172561"/>
              <a:gd name="connsiteX104" fmla="*/ 1065847 w 1371600"/>
              <a:gd name="connsiteY104" fmla="*/ 141129 h 172561"/>
              <a:gd name="connsiteX105" fmla="*/ 1065847 w 1371600"/>
              <a:gd name="connsiteY105" fmla="*/ 144938 h 172561"/>
              <a:gd name="connsiteX106" fmla="*/ 1036320 w 1371600"/>
              <a:gd name="connsiteY106" fmla="*/ 144938 h 172561"/>
              <a:gd name="connsiteX107" fmla="*/ 1049655 w 1371600"/>
              <a:gd name="connsiteY107" fmla="*/ 163989 h 172561"/>
              <a:gd name="connsiteX108" fmla="*/ 1062037 w 1371600"/>
              <a:gd name="connsiteY108" fmla="*/ 155416 h 172561"/>
              <a:gd name="connsiteX109" fmla="*/ 1065847 w 1371600"/>
              <a:gd name="connsiteY109" fmla="*/ 157321 h 172561"/>
              <a:gd name="connsiteX110" fmla="*/ 1047750 w 1371600"/>
              <a:gd name="connsiteY110" fmla="*/ 169703 h 172561"/>
              <a:gd name="connsiteX111" fmla="*/ 1026795 w 1371600"/>
              <a:gd name="connsiteY111" fmla="*/ 144938 h 172561"/>
              <a:gd name="connsiteX112" fmla="*/ 1048702 w 1371600"/>
              <a:gd name="connsiteY112" fmla="*/ 119221 h 172561"/>
              <a:gd name="connsiteX113" fmla="*/ 934402 w 1371600"/>
              <a:gd name="connsiteY113" fmla="*/ 119221 h 172561"/>
              <a:gd name="connsiteX114" fmla="*/ 951547 w 1371600"/>
              <a:gd name="connsiteY114" fmla="*/ 141129 h 172561"/>
              <a:gd name="connsiteX115" fmla="*/ 951547 w 1371600"/>
              <a:gd name="connsiteY115" fmla="*/ 144938 h 172561"/>
              <a:gd name="connsiteX116" fmla="*/ 922020 w 1371600"/>
              <a:gd name="connsiteY116" fmla="*/ 144938 h 172561"/>
              <a:gd name="connsiteX117" fmla="*/ 935355 w 1371600"/>
              <a:gd name="connsiteY117" fmla="*/ 163989 h 172561"/>
              <a:gd name="connsiteX118" fmla="*/ 947737 w 1371600"/>
              <a:gd name="connsiteY118" fmla="*/ 155416 h 172561"/>
              <a:gd name="connsiteX119" fmla="*/ 951547 w 1371600"/>
              <a:gd name="connsiteY119" fmla="*/ 157321 h 172561"/>
              <a:gd name="connsiteX120" fmla="*/ 933450 w 1371600"/>
              <a:gd name="connsiteY120" fmla="*/ 169703 h 172561"/>
              <a:gd name="connsiteX121" fmla="*/ 912495 w 1371600"/>
              <a:gd name="connsiteY121" fmla="*/ 144938 h 172561"/>
              <a:gd name="connsiteX122" fmla="*/ 934402 w 1371600"/>
              <a:gd name="connsiteY122" fmla="*/ 119221 h 172561"/>
              <a:gd name="connsiteX123" fmla="*/ 971549 w 1371600"/>
              <a:gd name="connsiteY123" fmla="*/ 105886 h 172561"/>
              <a:gd name="connsiteX124" fmla="*/ 974407 w 1371600"/>
              <a:gd name="connsiteY124" fmla="*/ 105886 h 172561"/>
              <a:gd name="connsiteX125" fmla="*/ 974407 w 1371600"/>
              <a:gd name="connsiteY125" fmla="*/ 120174 h 172561"/>
              <a:gd name="connsiteX126" fmla="*/ 997266 w 1371600"/>
              <a:gd name="connsiteY126" fmla="*/ 120174 h 172561"/>
              <a:gd name="connsiteX127" fmla="*/ 997266 w 1371600"/>
              <a:gd name="connsiteY127" fmla="*/ 107791 h 172561"/>
              <a:gd name="connsiteX128" fmla="*/ 1003934 w 1371600"/>
              <a:gd name="connsiteY128" fmla="*/ 105886 h 172561"/>
              <a:gd name="connsiteX129" fmla="*/ 1005839 w 1371600"/>
              <a:gd name="connsiteY129" fmla="*/ 105886 h 172561"/>
              <a:gd name="connsiteX130" fmla="*/ 1005839 w 1371600"/>
              <a:gd name="connsiteY130" fmla="*/ 120174 h 172561"/>
              <a:gd name="connsiteX131" fmla="*/ 1016316 w 1371600"/>
              <a:gd name="connsiteY131" fmla="*/ 120174 h 172561"/>
              <a:gd name="connsiteX132" fmla="*/ 1016316 w 1371600"/>
              <a:gd name="connsiteY132" fmla="*/ 124936 h 172561"/>
              <a:gd name="connsiteX133" fmla="*/ 1005839 w 1371600"/>
              <a:gd name="connsiteY133" fmla="*/ 124936 h 172561"/>
              <a:gd name="connsiteX134" fmla="*/ 1005839 w 1371600"/>
              <a:gd name="connsiteY134" fmla="*/ 156368 h 172561"/>
              <a:gd name="connsiteX135" fmla="*/ 1010602 w 1371600"/>
              <a:gd name="connsiteY135" fmla="*/ 163989 h 172561"/>
              <a:gd name="connsiteX136" fmla="*/ 1017269 w 1371600"/>
              <a:gd name="connsiteY136" fmla="*/ 156368 h 172561"/>
              <a:gd name="connsiteX137" fmla="*/ 1021079 w 1371600"/>
              <a:gd name="connsiteY137" fmla="*/ 157321 h 172561"/>
              <a:gd name="connsiteX138" fmla="*/ 1007744 w 1371600"/>
              <a:gd name="connsiteY138" fmla="*/ 169703 h 172561"/>
              <a:gd name="connsiteX139" fmla="*/ 996314 w 1371600"/>
              <a:gd name="connsiteY139" fmla="*/ 158274 h 172561"/>
              <a:gd name="connsiteX140" fmla="*/ 996314 w 1371600"/>
              <a:gd name="connsiteY140" fmla="*/ 124936 h 172561"/>
              <a:gd name="connsiteX141" fmla="*/ 973454 w 1371600"/>
              <a:gd name="connsiteY141" fmla="*/ 124936 h 172561"/>
              <a:gd name="connsiteX142" fmla="*/ 973454 w 1371600"/>
              <a:gd name="connsiteY142" fmla="*/ 156368 h 172561"/>
              <a:gd name="connsiteX143" fmla="*/ 978216 w 1371600"/>
              <a:gd name="connsiteY143" fmla="*/ 163989 h 172561"/>
              <a:gd name="connsiteX144" fmla="*/ 985837 w 1371600"/>
              <a:gd name="connsiteY144" fmla="*/ 156368 h 172561"/>
              <a:gd name="connsiteX145" fmla="*/ 989647 w 1371600"/>
              <a:gd name="connsiteY145" fmla="*/ 157321 h 172561"/>
              <a:gd name="connsiteX146" fmla="*/ 976312 w 1371600"/>
              <a:gd name="connsiteY146" fmla="*/ 169703 h 172561"/>
              <a:gd name="connsiteX147" fmla="*/ 964882 w 1371600"/>
              <a:gd name="connsiteY147" fmla="*/ 158274 h 172561"/>
              <a:gd name="connsiteX148" fmla="*/ 964882 w 1371600"/>
              <a:gd name="connsiteY148" fmla="*/ 124936 h 172561"/>
              <a:gd name="connsiteX149" fmla="*/ 958214 w 1371600"/>
              <a:gd name="connsiteY149" fmla="*/ 124936 h 172561"/>
              <a:gd name="connsiteX150" fmla="*/ 958214 w 1371600"/>
              <a:gd name="connsiteY150" fmla="*/ 120174 h 172561"/>
              <a:gd name="connsiteX151" fmla="*/ 964882 w 1371600"/>
              <a:gd name="connsiteY151" fmla="*/ 120174 h 172561"/>
              <a:gd name="connsiteX152" fmla="*/ 964882 w 1371600"/>
              <a:gd name="connsiteY152" fmla="*/ 107791 h 172561"/>
              <a:gd name="connsiteX153" fmla="*/ 1348740 w 1371600"/>
              <a:gd name="connsiteY153" fmla="*/ 96361 h 172561"/>
              <a:gd name="connsiteX154" fmla="*/ 1364932 w 1371600"/>
              <a:gd name="connsiteY154" fmla="*/ 96361 h 172561"/>
              <a:gd name="connsiteX155" fmla="*/ 1364932 w 1371600"/>
              <a:gd name="connsiteY155" fmla="*/ 163989 h 172561"/>
              <a:gd name="connsiteX156" fmla="*/ 1371600 w 1371600"/>
              <a:gd name="connsiteY156" fmla="*/ 163989 h 172561"/>
              <a:gd name="connsiteX157" fmla="*/ 1371600 w 1371600"/>
              <a:gd name="connsiteY157" fmla="*/ 167799 h 172561"/>
              <a:gd name="connsiteX158" fmla="*/ 1357312 w 1371600"/>
              <a:gd name="connsiteY158" fmla="*/ 167799 h 172561"/>
              <a:gd name="connsiteX159" fmla="*/ 1356360 w 1371600"/>
              <a:gd name="connsiteY159" fmla="*/ 160178 h 172561"/>
              <a:gd name="connsiteX160" fmla="*/ 1341120 w 1371600"/>
              <a:gd name="connsiteY160" fmla="*/ 168751 h 172561"/>
              <a:gd name="connsiteX161" fmla="*/ 1323022 w 1371600"/>
              <a:gd name="connsiteY161" fmla="*/ 143986 h 172561"/>
              <a:gd name="connsiteX162" fmla="*/ 1343025 w 1371600"/>
              <a:gd name="connsiteY162" fmla="*/ 118268 h 172561"/>
              <a:gd name="connsiteX163" fmla="*/ 1356360 w 1371600"/>
              <a:gd name="connsiteY163" fmla="*/ 123983 h 172561"/>
              <a:gd name="connsiteX164" fmla="*/ 1356360 w 1371600"/>
              <a:gd name="connsiteY164" fmla="*/ 101124 h 172561"/>
              <a:gd name="connsiteX165" fmla="*/ 1348740 w 1371600"/>
              <a:gd name="connsiteY165" fmla="*/ 100171 h 172561"/>
              <a:gd name="connsiteX166" fmla="*/ 1295400 w 1371600"/>
              <a:gd name="connsiteY166" fmla="*/ 96361 h 172561"/>
              <a:gd name="connsiteX167" fmla="*/ 1311592 w 1371600"/>
              <a:gd name="connsiteY167" fmla="*/ 96361 h 172561"/>
              <a:gd name="connsiteX168" fmla="*/ 1311592 w 1371600"/>
              <a:gd name="connsiteY168" fmla="*/ 163989 h 172561"/>
              <a:gd name="connsiteX169" fmla="*/ 1318260 w 1371600"/>
              <a:gd name="connsiteY169" fmla="*/ 164941 h 172561"/>
              <a:gd name="connsiteX170" fmla="*/ 1318260 w 1371600"/>
              <a:gd name="connsiteY170" fmla="*/ 168751 h 172561"/>
              <a:gd name="connsiteX171" fmla="*/ 1295400 w 1371600"/>
              <a:gd name="connsiteY171" fmla="*/ 168751 h 172561"/>
              <a:gd name="connsiteX172" fmla="*/ 1295400 w 1371600"/>
              <a:gd name="connsiteY172" fmla="*/ 164941 h 172561"/>
              <a:gd name="connsiteX173" fmla="*/ 1302067 w 1371600"/>
              <a:gd name="connsiteY173" fmla="*/ 163989 h 172561"/>
              <a:gd name="connsiteX174" fmla="*/ 1302067 w 1371600"/>
              <a:gd name="connsiteY174" fmla="*/ 101124 h 172561"/>
              <a:gd name="connsiteX175" fmla="*/ 1295400 w 1371600"/>
              <a:gd name="connsiteY175" fmla="*/ 100171 h 172561"/>
              <a:gd name="connsiteX176" fmla="*/ 856297 w 1371600"/>
              <a:gd name="connsiteY176" fmla="*/ 96361 h 172561"/>
              <a:gd name="connsiteX177" fmla="*/ 871537 w 1371600"/>
              <a:gd name="connsiteY177" fmla="*/ 96361 h 172561"/>
              <a:gd name="connsiteX178" fmla="*/ 871537 w 1371600"/>
              <a:gd name="connsiteY178" fmla="*/ 126841 h 172561"/>
              <a:gd name="connsiteX179" fmla="*/ 886777 w 1371600"/>
              <a:gd name="connsiteY179" fmla="*/ 119221 h 172561"/>
              <a:gd name="connsiteX180" fmla="*/ 903922 w 1371600"/>
              <a:gd name="connsiteY180" fmla="*/ 143986 h 172561"/>
              <a:gd name="connsiteX181" fmla="*/ 882967 w 1371600"/>
              <a:gd name="connsiteY181" fmla="*/ 169703 h 172561"/>
              <a:gd name="connsiteX182" fmla="*/ 868679 w 1371600"/>
              <a:gd name="connsiteY182" fmla="*/ 163989 h 172561"/>
              <a:gd name="connsiteX183" fmla="*/ 864870 w 1371600"/>
              <a:gd name="connsiteY183" fmla="*/ 169703 h 172561"/>
              <a:gd name="connsiteX184" fmla="*/ 862012 w 1371600"/>
              <a:gd name="connsiteY184" fmla="*/ 169703 h 172561"/>
              <a:gd name="connsiteX185" fmla="*/ 862012 w 1371600"/>
              <a:gd name="connsiteY185" fmla="*/ 101124 h 172561"/>
              <a:gd name="connsiteX186" fmla="*/ 856297 w 1371600"/>
              <a:gd name="connsiteY186" fmla="*/ 100171 h 172561"/>
              <a:gd name="connsiteX187" fmla="*/ 1256347 w 1371600"/>
              <a:gd name="connsiteY187" fmla="*/ 72549 h 172561"/>
              <a:gd name="connsiteX188" fmla="*/ 1254442 w 1371600"/>
              <a:gd name="connsiteY188" fmla="*/ 79217 h 172561"/>
              <a:gd name="connsiteX189" fmla="*/ 1268730 w 1371600"/>
              <a:gd name="connsiteY189" fmla="*/ 86837 h 172561"/>
              <a:gd name="connsiteX190" fmla="*/ 1283017 w 1371600"/>
              <a:gd name="connsiteY190" fmla="*/ 78264 h 172561"/>
              <a:gd name="connsiteX191" fmla="*/ 1269683 w 1371600"/>
              <a:gd name="connsiteY191" fmla="*/ 72549 h 172561"/>
              <a:gd name="connsiteX192" fmla="*/ 179070 w 1371600"/>
              <a:gd name="connsiteY192" fmla="*/ 66834 h 172561"/>
              <a:gd name="connsiteX193" fmla="*/ 282893 w 1371600"/>
              <a:gd name="connsiteY193" fmla="*/ 66834 h 172561"/>
              <a:gd name="connsiteX194" fmla="*/ 277178 w 1371600"/>
              <a:gd name="connsiteY194" fmla="*/ 104934 h 172561"/>
              <a:gd name="connsiteX195" fmla="*/ 173355 w 1371600"/>
              <a:gd name="connsiteY195" fmla="*/ 104934 h 172561"/>
              <a:gd name="connsiteX196" fmla="*/ 1336357 w 1371600"/>
              <a:gd name="connsiteY196" fmla="*/ 49688 h 172561"/>
              <a:gd name="connsiteX197" fmla="*/ 1324927 w 1371600"/>
              <a:gd name="connsiteY197" fmla="*/ 59214 h 172561"/>
              <a:gd name="connsiteX198" fmla="*/ 1331594 w 1371600"/>
              <a:gd name="connsiteY198" fmla="*/ 66834 h 172561"/>
              <a:gd name="connsiteX199" fmla="*/ 1341119 w 1371600"/>
              <a:gd name="connsiteY199" fmla="*/ 57309 h 172561"/>
              <a:gd name="connsiteX200" fmla="*/ 1341119 w 1371600"/>
              <a:gd name="connsiteY200" fmla="*/ 49688 h 172561"/>
              <a:gd name="connsiteX201" fmla="*/ 96203 w 1371600"/>
              <a:gd name="connsiteY201" fmla="*/ 43021 h 172561"/>
              <a:gd name="connsiteX202" fmla="*/ 71438 w 1371600"/>
              <a:gd name="connsiteY202" fmla="*/ 100171 h 172561"/>
              <a:gd name="connsiteX203" fmla="*/ 108585 w 1371600"/>
              <a:gd name="connsiteY203" fmla="*/ 100171 h 172561"/>
              <a:gd name="connsiteX204" fmla="*/ 519112 w 1371600"/>
              <a:gd name="connsiteY204" fmla="*/ 37306 h 172561"/>
              <a:gd name="connsiteX205" fmla="*/ 467677 w 1371600"/>
              <a:gd name="connsiteY205" fmla="*/ 80168 h 172561"/>
              <a:gd name="connsiteX206" fmla="*/ 493395 w 1371600"/>
              <a:gd name="connsiteY206" fmla="*/ 134461 h 172561"/>
              <a:gd name="connsiteX207" fmla="*/ 544830 w 1371600"/>
              <a:gd name="connsiteY207" fmla="*/ 91598 h 172561"/>
              <a:gd name="connsiteX208" fmla="*/ 519112 w 1371600"/>
              <a:gd name="connsiteY208" fmla="*/ 37306 h 172561"/>
              <a:gd name="connsiteX209" fmla="*/ 1093469 w 1371600"/>
              <a:gd name="connsiteY209" fmla="*/ 26829 h 172561"/>
              <a:gd name="connsiteX210" fmla="*/ 1082039 w 1371600"/>
              <a:gd name="connsiteY210" fmla="*/ 42069 h 172561"/>
              <a:gd name="connsiteX211" fmla="*/ 1102994 w 1371600"/>
              <a:gd name="connsiteY211" fmla="*/ 42069 h 172561"/>
              <a:gd name="connsiteX212" fmla="*/ 1102994 w 1371600"/>
              <a:gd name="connsiteY212" fmla="*/ 40163 h 172561"/>
              <a:gd name="connsiteX213" fmla="*/ 1093469 w 1371600"/>
              <a:gd name="connsiteY213" fmla="*/ 26829 h 172561"/>
              <a:gd name="connsiteX214" fmla="*/ 945833 w 1371600"/>
              <a:gd name="connsiteY214" fmla="*/ 26828 h 172561"/>
              <a:gd name="connsiteX215" fmla="*/ 934402 w 1371600"/>
              <a:gd name="connsiteY215" fmla="*/ 42068 h 172561"/>
              <a:gd name="connsiteX216" fmla="*/ 955358 w 1371600"/>
              <a:gd name="connsiteY216" fmla="*/ 42068 h 172561"/>
              <a:gd name="connsiteX217" fmla="*/ 955358 w 1371600"/>
              <a:gd name="connsiteY217" fmla="*/ 40163 h 172561"/>
              <a:gd name="connsiteX218" fmla="*/ 945833 w 1371600"/>
              <a:gd name="connsiteY218" fmla="*/ 26828 h 172561"/>
              <a:gd name="connsiteX219" fmla="*/ 1267778 w 1371600"/>
              <a:gd name="connsiteY219" fmla="*/ 25877 h 172561"/>
              <a:gd name="connsiteX220" fmla="*/ 1258253 w 1371600"/>
              <a:gd name="connsiteY220" fmla="*/ 38259 h 172561"/>
              <a:gd name="connsiteX221" fmla="*/ 1267778 w 1371600"/>
              <a:gd name="connsiteY221" fmla="*/ 51594 h 172561"/>
              <a:gd name="connsiteX222" fmla="*/ 1276350 w 1371600"/>
              <a:gd name="connsiteY222" fmla="*/ 38259 h 172561"/>
              <a:gd name="connsiteX223" fmla="*/ 1267778 w 1371600"/>
              <a:gd name="connsiteY223" fmla="*/ 25877 h 172561"/>
              <a:gd name="connsiteX224" fmla="*/ 1161097 w 1371600"/>
              <a:gd name="connsiteY224" fmla="*/ 23019 h 172561"/>
              <a:gd name="connsiteX225" fmla="*/ 1177289 w 1371600"/>
              <a:gd name="connsiteY225" fmla="*/ 23019 h 172561"/>
              <a:gd name="connsiteX226" fmla="*/ 1177289 w 1371600"/>
              <a:gd name="connsiteY226" fmla="*/ 66834 h 172561"/>
              <a:gd name="connsiteX227" fmla="*/ 1184910 w 1371600"/>
              <a:gd name="connsiteY227" fmla="*/ 67787 h 172561"/>
              <a:gd name="connsiteX228" fmla="*/ 1184910 w 1371600"/>
              <a:gd name="connsiteY228" fmla="*/ 71597 h 172561"/>
              <a:gd name="connsiteX229" fmla="*/ 1161097 w 1371600"/>
              <a:gd name="connsiteY229" fmla="*/ 71597 h 172561"/>
              <a:gd name="connsiteX230" fmla="*/ 1161097 w 1371600"/>
              <a:gd name="connsiteY230" fmla="*/ 67787 h 172561"/>
              <a:gd name="connsiteX231" fmla="*/ 1168717 w 1371600"/>
              <a:gd name="connsiteY231" fmla="*/ 66834 h 172561"/>
              <a:gd name="connsiteX232" fmla="*/ 1168717 w 1371600"/>
              <a:gd name="connsiteY232" fmla="*/ 27782 h 172561"/>
              <a:gd name="connsiteX233" fmla="*/ 1161097 w 1371600"/>
              <a:gd name="connsiteY233" fmla="*/ 26829 h 172561"/>
              <a:gd name="connsiteX234" fmla="*/ 1145857 w 1371600"/>
              <a:gd name="connsiteY234" fmla="*/ 23019 h 172561"/>
              <a:gd name="connsiteX235" fmla="*/ 1155382 w 1371600"/>
              <a:gd name="connsiteY235" fmla="*/ 31591 h 172561"/>
              <a:gd name="connsiteX236" fmla="*/ 1148714 w 1371600"/>
              <a:gd name="connsiteY236" fmla="*/ 39211 h 172561"/>
              <a:gd name="connsiteX237" fmla="*/ 1142999 w 1371600"/>
              <a:gd name="connsiteY237" fmla="*/ 32544 h 172561"/>
              <a:gd name="connsiteX238" fmla="*/ 1145857 w 1371600"/>
              <a:gd name="connsiteY238" fmla="*/ 30639 h 172561"/>
              <a:gd name="connsiteX239" fmla="*/ 1145857 w 1371600"/>
              <a:gd name="connsiteY239" fmla="*/ 29686 h 172561"/>
              <a:gd name="connsiteX240" fmla="*/ 1142999 w 1371600"/>
              <a:gd name="connsiteY240" fmla="*/ 27782 h 172561"/>
              <a:gd name="connsiteX241" fmla="*/ 1133474 w 1371600"/>
              <a:gd name="connsiteY241" fmla="*/ 40164 h 172561"/>
              <a:gd name="connsiteX242" fmla="*/ 1133474 w 1371600"/>
              <a:gd name="connsiteY242" fmla="*/ 66834 h 172561"/>
              <a:gd name="connsiteX243" fmla="*/ 1142999 w 1371600"/>
              <a:gd name="connsiteY243" fmla="*/ 67787 h 172561"/>
              <a:gd name="connsiteX244" fmla="*/ 1142999 w 1371600"/>
              <a:gd name="connsiteY244" fmla="*/ 71597 h 172561"/>
              <a:gd name="connsiteX245" fmla="*/ 1117282 w 1371600"/>
              <a:gd name="connsiteY245" fmla="*/ 71597 h 172561"/>
              <a:gd name="connsiteX246" fmla="*/ 1117282 w 1371600"/>
              <a:gd name="connsiteY246" fmla="*/ 67787 h 172561"/>
              <a:gd name="connsiteX247" fmla="*/ 1122997 w 1371600"/>
              <a:gd name="connsiteY247" fmla="*/ 66834 h 172561"/>
              <a:gd name="connsiteX248" fmla="*/ 1122997 w 1371600"/>
              <a:gd name="connsiteY248" fmla="*/ 28734 h 172561"/>
              <a:gd name="connsiteX249" fmla="*/ 1117282 w 1371600"/>
              <a:gd name="connsiteY249" fmla="*/ 27782 h 172561"/>
              <a:gd name="connsiteX250" fmla="*/ 1117282 w 1371600"/>
              <a:gd name="connsiteY250" fmla="*/ 23971 h 172561"/>
              <a:gd name="connsiteX251" fmla="*/ 1131570 w 1371600"/>
              <a:gd name="connsiteY251" fmla="*/ 23971 h 172561"/>
              <a:gd name="connsiteX252" fmla="*/ 1132522 w 1371600"/>
              <a:gd name="connsiteY252" fmla="*/ 31591 h 172561"/>
              <a:gd name="connsiteX253" fmla="*/ 1145857 w 1371600"/>
              <a:gd name="connsiteY253" fmla="*/ 23019 h 172561"/>
              <a:gd name="connsiteX254" fmla="*/ 1022985 w 1371600"/>
              <a:gd name="connsiteY254" fmla="*/ 23019 h 172561"/>
              <a:gd name="connsiteX255" fmla="*/ 1043940 w 1371600"/>
              <a:gd name="connsiteY255" fmla="*/ 23019 h 172561"/>
              <a:gd name="connsiteX256" fmla="*/ 1043940 w 1371600"/>
              <a:gd name="connsiteY256" fmla="*/ 26829 h 172561"/>
              <a:gd name="connsiteX257" fmla="*/ 1037273 w 1371600"/>
              <a:gd name="connsiteY257" fmla="*/ 27782 h 172561"/>
              <a:gd name="connsiteX258" fmla="*/ 1048702 w 1371600"/>
              <a:gd name="connsiteY258" fmla="*/ 61119 h 172561"/>
              <a:gd name="connsiteX259" fmla="*/ 1059180 w 1371600"/>
              <a:gd name="connsiteY259" fmla="*/ 27782 h 172561"/>
              <a:gd name="connsiteX260" fmla="*/ 1052512 w 1371600"/>
              <a:gd name="connsiteY260" fmla="*/ 26829 h 172561"/>
              <a:gd name="connsiteX261" fmla="*/ 1052512 w 1371600"/>
              <a:gd name="connsiteY261" fmla="*/ 23019 h 172561"/>
              <a:gd name="connsiteX262" fmla="*/ 1069658 w 1371600"/>
              <a:gd name="connsiteY262" fmla="*/ 23019 h 172561"/>
              <a:gd name="connsiteX263" fmla="*/ 1069658 w 1371600"/>
              <a:gd name="connsiteY263" fmla="*/ 26829 h 172561"/>
              <a:gd name="connsiteX264" fmla="*/ 1064895 w 1371600"/>
              <a:gd name="connsiteY264" fmla="*/ 27782 h 172561"/>
              <a:gd name="connsiteX265" fmla="*/ 1049655 w 1371600"/>
              <a:gd name="connsiteY265" fmla="*/ 71597 h 172561"/>
              <a:gd name="connsiteX266" fmla="*/ 1042035 w 1371600"/>
              <a:gd name="connsiteY266" fmla="*/ 71597 h 172561"/>
              <a:gd name="connsiteX267" fmla="*/ 1026795 w 1371600"/>
              <a:gd name="connsiteY267" fmla="*/ 27782 h 172561"/>
              <a:gd name="connsiteX268" fmla="*/ 1022985 w 1371600"/>
              <a:gd name="connsiteY268" fmla="*/ 26829 h 172561"/>
              <a:gd name="connsiteX269" fmla="*/ 998220 w 1371600"/>
              <a:gd name="connsiteY269" fmla="*/ 23019 h 172561"/>
              <a:gd name="connsiteX270" fmla="*/ 1014412 w 1371600"/>
              <a:gd name="connsiteY270" fmla="*/ 23019 h 172561"/>
              <a:gd name="connsiteX271" fmla="*/ 1014412 w 1371600"/>
              <a:gd name="connsiteY271" fmla="*/ 66834 h 172561"/>
              <a:gd name="connsiteX272" fmla="*/ 1022033 w 1371600"/>
              <a:gd name="connsiteY272" fmla="*/ 67787 h 172561"/>
              <a:gd name="connsiteX273" fmla="*/ 1022033 w 1371600"/>
              <a:gd name="connsiteY273" fmla="*/ 71597 h 172561"/>
              <a:gd name="connsiteX274" fmla="*/ 998220 w 1371600"/>
              <a:gd name="connsiteY274" fmla="*/ 71597 h 172561"/>
              <a:gd name="connsiteX275" fmla="*/ 998220 w 1371600"/>
              <a:gd name="connsiteY275" fmla="*/ 67787 h 172561"/>
              <a:gd name="connsiteX276" fmla="*/ 1004887 w 1371600"/>
              <a:gd name="connsiteY276" fmla="*/ 66834 h 172561"/>
              <a:gd name="connsiteX277" fmla="*/ 1004887 w 1371600"/>
              <a:gd name="connsiteY277" fmla="*/ 27782 h 172561"/>
              <a:gd name="connsiteX278" fmla="*/ 998220 w 1371600"/>
              <a:gd name="connsiteY278" fmla="*/ 26829 h 172561"/>
              <a:gd name="connsiteX279" fmla="*/ 944880 w 1371600"/>
              <a:gd name="connsiteY279" fmla="*/ 23018 h 172561"/>
              <a:gd name="connsiteX280" fmla="*/ 962977 w 1371600"/>
              <a:gd name="connsiteY280" fmla="*/ 43973 h 172561"/>
              <a:gd name="connsiteX281" fmla="*/ 962977 w 1371600"/>
              <a:gd name="connsiteY281" fmla="*/ 47783 h 172561"/>
              <a:gd name="connsiteX282" fmla="*/ 933450 w 1371600"/>
              <a:gd name="connsiteY282" fmla="*/ 47783 h 172561"/>
              <a:gd name="connsiteX283" fmla="*/ 946785 w 1371600"/>
              <a:gd name="connsiteY283" fmla="*/ 66833 h 172561"/>
              <a:gd name="connsiteX284" fmla="*/ 959167 w 1371600"/>
              <a:gd name="connsiteY284" fmla="*/ 58261 h 172561"/>
              <a:gd name="connsiteX285" fmla="*/ 962977 w 1371600"/>
              <a:gd name="connsiteY285" fmla="*/ 60166 h 172561"/>
              <a:gd name="connsiteX286" fmla="*/ 944880 w 1371600"/>
              <a:gd name="connsiteY286" fmla="*/ 72548 h 172561"/>
              <a:gd name="connsiteX287" fmla="*/ 923925 w 1371600"/>
              <a:gd name="connsiteY287" fmla="*/ 47783 h 172561"/>
              <a:gd name="connsiteX288" fmla="*/ 944880 w 1371600"/>
              <a:gd name="connsiteY288" fmla="*/ 23018 h 172561"/>
              <a:gd name="connsiteX289" fmla="*/ 1333499 w 1371600"/>
              <a:gd name="connsiteY289" fmla="*/ 22066 h 172561"/>
              <a:gd name="connsiteX290" fmla="*/ 1350644 w 1371600"/>
              <a:gd name="connsiteY290" fmla="*/ 40163 h 172561"/>
              <a:gd name="connsiteX291" fmla="*/ 1350644 w 1371600"/>
              <a:gd name="connsiteY291" fmla="*/ 63024 h 172561"/>
              <a:gd name="connsiteX292" fmla="*/ 1353502 w 1371600"/>
              <a:gd name="connsiteY292" fmla="*/ 68739 h 172561"/>
              <a:gd name="connsiteX293" fmla="*/ 1356359 w 1371600"/>
              <a:gd name="connsiteY293" fmla="*/ 67786 h 172561"/>
              <a:gd name="connsiteX294" fmla="*/ 1357312 w 1371600"/>
              <a:gd name="connsiteY294" fmla="*/ 70644 h 172561"/>
              <a:gd name="connsiteX295" fmla="*/ 1350644 w 1371600"/>
              <a:gd name="connsiteY295" fmla="*/ 72549 h 172561"/>
              <a:gd name="connsiteX296" fmla="*/ 1342072 w 1371600"/>
              <a:gd name="connsiteY296" fmla="*/ 65881 h 172561"/>
              <a:gd name="connsiteX297" fmla="*/ 1328737 w 1371600"/>
              <a:gd name="connsiteY297" fmla="*/ 73501 h 172561"/>
              <a:gd name="connsiteX298" fmla="*/ 1315402 w 1371600"/>
              <a:gd name="connsiteY298" fmla="*/ 61119 h 172561"/>
              <a:gd name="connsiteX299" fmla="*/ 1335404 w 1371600"/>
              <a:gd name="connsiteY299" fmla="*/ 46831 h 172561"/>
              <a:gd name="connsiteX300" fmla="*/ 1342072 w 1371600"/>
              <a:gd name="connsiteY300" fmla="*/ 46831 h 172561"/>
              <a:gd name="connsiteX301" fmla="*/ 1342072 w 1371600"/>
              <a:gd name="connsiteY301" fmla="*/ 40163 h 172561"/>
              <a:gd name="connsiteX302" fmla="*/ 1332547 w 1371600"/>
              <a:gd name="connsiteY302" fmla="*/ 26829 h 172561"/>
              <a:gd name="connsiteX303" fmla="*/ 1324927 w 1371600"/>
              <a:gd name="connsiteY303" fmla="*/ 30639 h 172561"/>
              <a:gd name="connsiteX304" fmla="*/ 1324927 w 1371600"/>
              <a:gd name="connsiteY304" fmla="*/ 31591 h 172561"/>
              <a:gd name="connsiteX305" fmla="*/ 1327784 w 1371600"/>
              <a:gd name="connsiteY305" fmla="*/ 31591 h 172561"/>
              <a:gd name="connsiteX306" fmla="*/ 1328737 w 1371600"/>
              <a:gd name="connsiteY306" fmla="*/ 35401 h 172561"/>
              <a:gd name="connsiteX307" fmla="*/ 1323022 w 1371600"/>
              <a:gd name="connsiteY307" fmla="*/ 40163 h 172561"/>
              <a:gd name="connsiteX308" fmla="*/ 1317307 w 1371600"/>
              <a:gd name="connsiteY308" fmla="*/ 34449 h 172561"/>
              <a:gd name="connsiteX309" fmla="*/ 1333499 w 1371600"/>
              <a:gd name="connsiteY309" fmla="*/ 22066 h 172561"/>
              <a:gd name="connsiteX310" fmla="*/ 1222057 w 1371600"/>
              <a:gd name="connsiteY310" fmla="*/ 22066 h 172561"/>
              <a:gd name="connsiteX311" fmla="*/ 1236345 w 1371600"/>
              <a:gd name="connsiteY311" fmla="*/ 38259 h 172561"/>
              <a:gd name="connsiteX312" fmla="*/ 1236345 w 1371600"/>
              <a:gd name="connsiteY312" fmla="*/ 66834 h 172561"/>
              <a:gd name="connsiteX313" fmla="*/ 1243965 w 1371600"/>
              <a:gd name="connsiteY313" fmla="*/ 67786 h 172561"/>
              <a:gd name="connsiteX314" fmla="*/ 1243965 w 1371600"/>
              <a:gd name="connsiteY314" fmla="*/ 72549 h 172561"/>
              <a:gd name="connsiteX315" fmla="*/ 1222057 w 1371600"/>
              <a:gd name="connsiteY315" fmla="*/ 72549 h 172561"/>
              <a:gd name="connsiteX316" fmla="*/ 1222057 w 1371600"/>
              <a:gd name="connsiteY316" fmla="*/ 68739 h 172561"/>
              <a:gd name="connsiteX317" fmla="*/ 1227772 w 1371600"/>
              <a:gd name="connsiteY317" fmla="*/ 67786 h 172561"/>
              <a:gd name="connsiteX318" fmla="*/ 1227772 w 1371600"/>
              <a:gd name="connsiteY318" fmla="*/ 39211 h 172561"/>
              <a:gd name="connsiteX319" fmla="*/ 1219200 w 1371600"/>
              <a:gd name="connsiteY319" fmla="*/ 28734 h 172561"/>
              <a:gd name="connsiteX320" fmla="*/ 1206817 w 1371600"/>
              <a:gd name="connsiteY320" fmla="*/ 41116 h 172561"/>
              <a:gd name="connsiteX321" fmla="*/ 1206817 w 1371600"/>
              <a:gd name="connsiteY321" fmla="*/ 66834 h 172561"/>
              <a:gd name="connsiteX322" fmla="*/ 1212532 w 1371600"/>
              <a:gd name="connsiteY322" fmla="*/ 67786 h 172561"/>
              <a:gd name="connsiteX323" fmla="*/ 1213485 w 1371600"/>
              <a:gd name="connsiteY323" fmla="*/ 67786 h 172561"/>
              <a:gd name="connsiteX324" fmla="*/ 1213485 w 1371600"/>
              <a:gd name="connsiteY324" fmla="*/ 71596 h 172561"/>
              <a:gd name="connsiteX325" fmla="*/ 1191577 w 1371600"/>
              <a:gd name="connsiteY325" fmla="*/ 71596 h 172561"/>
              <a:gd name="connsiteX326" fmla="*/ 1191577 w 1371600"/>
              <a:gd name="connsiteY326" fmla="*/ 67786 h 172561"/>
              <a:gd name="connsiteX327" fmla="*/ 1197292 w 1371600"/>
              <a:gd name="connsiteY327" fmla="*/ 66834 h 172561"/>
              <a:gd name="connsiteX328" fmla="*/ 1197292 w 1371600"/>
              <a:gd name="connsiteY328" fmla="*/ 27781 h 172561"/>
              <a:gd name="connsiteX329" fmla="*/ 1191577 w 1371600"/>
              <a:gd name="connsiteY329" fmla="*/ 26829 h 172561"/>
              <a:gd name="connsiteX330" fmla="*/ 1191577 w 1371600"/>
              <a:gd name="connsiteY330" fmla="*/ 23019 h 172561"/>
              <a:gd name="connsiteX331" fmla="*/ 1204912 w 1371600"/>
              <a:gd name="connsiteY331" fmla="*/ 23019 h 172561"/>
              <a:gd name="connsiteX332" fmla="*/ 1205865 w 1371600"/>
              <a:gd name="connsiteY332" fmla="*/ 31591 h 172561"/>
              <a:gd name="connsiteX333" fmla="*/ 1222057 w 1371600"/>
              <a:gd name="connsiteY333" fmla="*/ 22066 h 172561"/>
              <a:gd name="connsiteX334" fmla="*/ 1094422 w 1371600"/>
              <a:gd name="connsiteY334" fmla="*/ 22066 h 172561"/>
              <a:gd name="connsiteX335" fmla="*/ 1111566 w 1371600"/>
              <a:gd name="connsiteY335" fmla="*/ 43974 h 172561"/>
              <a:gd name="connsiteX336" fmla="*/ 1111566 w 1371600"/>
              <a:gd name="connsiteY336" fmla="*/ 47784 h 172561"/>
              <a:gd name="connsiteX337" fmla="*/ 1082039 w 1371600"/>
              <a:gd name="connsiteY337" fmla="*/ 47784 h 172561"/>
              <a:gd name="connsiteX338" fmla="*/ 1095374 w 1371600"/>
              <a:gd name="connsiteY338" fmla="*/ 66834 h 172561"/>
              <a:gd name="connsiteX339" fmla="*/ 1107757 w 1371600"/>
              <a:gd name="connsiteY339" fmla="*/ 58261 h 172561"/>
              <a:gd name="connsiteX340" fmla="*/ 1111566 w 1371600"/>
              <a:gd name="connsiteY340" fmla="*/ 60166 h 172561"/>
              <a:gd name="connsiteX341" fmla="*/ 1093469 w 1371600"/>
              <a:gd name="connsiteY341" fmla="*/ 72549 h 172561"/>
              <a:gd name="connsiteX342" fmla="*/ 1072514 w 1371600"/>
              <a:gd name="connsiteY342" fmla="*/ 47784 h 172561"/>
              <a:gd name="connsiteX343" fmla="*/ 1094422 w 1371600"/>
              <a:gd name="connsiteY343" fmla="*/ 22066 h 172561"/>
              <a:gd name="connsiteX344" fmla="*/ 1287780 w 1371600"/>
              <a:gd name="connsiteY344" fmla="*/ 19209 h 172561"/>
              <a:gd name="connsiteX345" fmla="*/ 1290637 w 1371600"/>
              <a:gd name="connsiteY345" fmla="*/ 20161 h 172561"/>
              <a:gd name="connsiteX346" fmla="*/ 1290637 w 1371600"/>
              <a:gd name="connsiteY346" fmla="*/ 27782 h 172561"/>
              <a:gd name="connsiteX347" fmla="*/ 1282065 w 1371600"/>
              <a:gd name="connsiteY347" fmla="*/ 28734 h 172561"/>
              <a:gd name="connsiteX348" fmla="*/ 1286828 w 1371600"/>
              <a:gd name="connsiteY348" fmla="*/ 40164 h 172561"/>
              <a:gd name="connsiteX349" fmla="*/ 1268730 w 1371600"/>
              <a:gd name="connsiteY349" fmla="*/ 57309 h 172561"/>
              <a:gd name="connsiteX350" fmla="*/ 1263015 w 1371600"/>
              <a:gd name="connsiteY350" fmla="*/ 56357 h 172561"/>
              <a:gd name="connsiteX351" fmla="*/ 1258253 w 1371600"/>
              <a:gd name="connsiteY351" fmla="*/ 62072 h 172561"/>
              <a:gd name="connsiteX352" fmla="*/ 1262062 w 1371600"/>
              <a:gd name="connsiteY352" fmla="*/ 63977 h 172561"/>
              <a:gd name="connsiteX353" fmla="*/ 1270635 w 1371600"/>
              <a:gd name="connsiteY353" fmla="*/ 63977 h 172561"/>
              <a:gd name="connsiteX354" fmla="*/ 1289685 w 1371600"/>
              <a:gd name="connsiteY354" fmla="*/ 76359 h 172561"/>
              <a:gd name="connsiteX355" fmla="*/ 1265872 w 1371600"/>
              <a:gd name="connsiteY355" fmla="*/ 91599 h 172561"/>
              <a:gd name="connsiteX356" fmla="*/ 1245870 w 1371600"/>
              <a:gd name="connsiteY356" fmla="*/ 80169 h 172561"/>
              <a:gd name="connsiteX357" fmla="*/ 1252537 w 1371600"/>
              <a:gd name="connsiteY357" fmla="*/ 70644 h 172561"/>
              <a:gd name="connsiteX358" fmla="*/ 1249680 w 1371600"/>
              <a:gd name="connsiteY358" fmla="*/ 64929 h 172561"/>
              <a:gd name="connsiteX359" fmla="*/ 1258253 w 1371600"/>
              <a:gd name="connsiteY359" fmla="*/ 53499 h 172561"/>
              <a:gd name="connsiteX360" fmla="*/ 1249680 w 1371600"/>
              <a:gd name="connsiteY360" fmla="*/ 39212 h 172561"/>
              <a:gd name="connsiteX361" fmla="*/ 1268730 w 1371600"/>
              <a:gd name="connsiteY361" fmla="*/ 21114 h 172561"/>
              <a:gd name="connsiteX362" fmla="*/ 1279208 w 1371600"/>
              <a:gd name="connsiteY362" fmla="*/ 23972 h 172561"/>
              <a:gd name="connsiteX363" fmla="*/ 1287780 w 1371600"/>
              <a:gd name="connsiteY363" fmla="*/ 19209 h 172561"/>
              <a:gd name="connsiteX364" fmla="*/ 874395 w 1371600"/>
              <a:gd name="connsiteY364" fmla="*/ 7779 h 172561"/>
              <a:gd name="connsiteX365" fmla="*/ 874395 w 1371600"/>
              <a:gd name="connsiteY365" fmla="*/ 66834 h 172561"/>
              <a:gd name="connsiteX366" fmla="*/ 878205 w 1371600"/>
              <a:gd name="connsiteY366" fmla="*/ 66834 h 172561"/>
              <a:gd name="connsiteX367" fmla="*/ 905827 w 1371600"/>
              <a:gd name="connsiteY367" fmla="*/ 36354 h 172561"/>
              <a:gd name="connsiteX368" fmla="*/ 877252 w 1371600"/>
              <a:gd name="connsiteY368" fmla="*/ 7779 h 172561"/>
              <a:gd name="connsiteX369" fmla="*/ 857250 w 1371600"/>
              <a:gd name="connsiteY369" fmla="*/ 3016 h 172561"/>
              <a:gd name="connsiteX370" fmla="*/ 880110 w 1371600"/>
              <a:gd name="connsiteY370" fmla="*/ 3016 h 172561"/>
              <a:gd name="connsiteX371" fmla="*/ 917258 w 1371600"/>
              <a:gd name="connsiteY371" fmla="*/ 36354 h 172561"/>
              <a:gd name="connsiteX372" fmla="*/ 878205 w 1371600"/>
              <a:gd name="connsiteY372" fmla="*/ 71596 h 172561"/>
              <a:gd name="connsiteX373" fmla="*/ 857250 w 1371600"/>
              <a:gd name="connsiteY373" fmla="*/ 71596 h 172561"/>
              <a:gd name="connsiteX374" fmla="*/ 857250 w 1371600"/>
              <a:gd name="connsiteY374" fmla="*/ 67786 h 172561"/>
              <a:gd name="connsiteX375" fmla="*/ 864870 w 1371600"/>
              <a:gd name="connsiteY375" fmla="*/ 66834 h 172561"/>
              <a:gd name="connsiteX376" fmla="*/ 864870 w 1371600"/>
              <a:gd name="connsiteY376" fmla="*/ 7779 h 172561"/>
              <a:gd name="connsiteX377" fmla="*/ 857250 w 1371600"/>
              <a:gd name="connsiteY377" fmla="*/ 6826 h 172561"/>
              <a:gd name="connsiteX378" fmla="*/ 624840 w 1371600"/>
              <a:gd name="connsiteY378" fmla="*/ 3016 h 172561"/>
              <a:gd name="connsiteX379" fmla="*/ 662940 w 1371600"/>
              <a:gd name="connsiteY379" fmla="*/ 3016 h 172561"/>
              <a:gd name="connsiteX380" fmla="*/ 681990 w 1371600"/>
              <a:gd name="connsiteY380" fmla="*/ 96361 h 172561"/>
              <a:gd name="connsiteX381" fmla="*/ 730567 w 1371600"/>
              <a:gd name="connsiteY381" fmla="*/ 3016 h 172561"/>
              <a:gd name="connsiteX382" fmla="*/ 768667 w 1371600"/>
              <a:gd name="connsiteY382" fmla="*/ 3016 h 172561"/>
              <a:gd name="connsiteX383" fmla="*/ 771525 w 1371600"/>
              <a:gd name="connsiteY383" fmla="*/ 168751 h 172561"/>
              <a:gd name="connsiteX384" fmla="*/ 730567 w 1371600"/>
              <a:gd name="connsiteY384" fmla="*/ 168751 h 172561"/>
              <a:gd name="connsiteX385" fmla="*/ 730567 w 1371600"/>
              <a:gd name="connsiteY385" fmla="*/ 71596 h 172561"/>
              <a:gd name="connsiteX386" fmla="*/ 681990 w 1371600"/>
              <a:gd name="connsiteY386" fmla="*/ 168751 h 172561"/>
              <a:gd name="connsiteX387" fmla="*/ 660082 w 1371600"/>
              <a:gd name="connsiteY387" fmla="*/ 168751 h 172561"/>
              <a:gd name="connsiteX388" fmla="*/ 642937 w 1371600"/>
              <a:gd name="connsiteY388" fmla="*/ 71596 h 172561"/>
              <a:gd name="connsiteX389" fmla="*/ 614362 w 1371600"/>
              <a:gd name="connsiteY389" fmla="*/ 168751 h 172561"/>
              <a:gd name="connsiteX390" fmla="*/ 572452 w 1371600"/>
              <a:gd name="connsiteY390" fmla="*/ 168751 h 172561"/>
              <a:gd name="connsiteX391" fmla="*/ 188595 w 1371600"/>
              <a:gd name="connsiteY391" fmla="*/ 3016 h 172561"/>
              <a:gd name="connsiteX392" fmla="*/ 306705 w 1371600"/>
              <a:gd name="connsiteY392" fmla="*/ 3016 h 172561"/>
              <a:gd name="connsiteX393" fmla="*/ 300990 w 1371600"/>
              <a:gd name="connsiteY393" fmla="*/ 42069 h 172561"/>
              <a:gd name="connsiteX394" fmla="*/ 182880 w 1371600"/>
              <a:gd name="connsiteY394" fmla="*/ 42069 h 172561"/>
              <a:gd name="connsiteX395" fmla="*/ 79058 w 1371600"/>
              <a:gd name="connsiteY395" fmla="*/ 3016 h 172561"/>
              <a:gd name="connsiteX396" fmla="*/ 124778 w 1371600"/>
              <a:gd name="connsiteY396" fmla="*/ 3016 h 172561"/>
              <a:gd name="connsiteX397" fmla="*/ 161925 w 1371600"/>
              <a:gd name="connsiteY397" fmla="*/ 168751 h 172561"/>
              <a:gd name="connsiteX398" fmla="*/ 121920 w 1371600"/>
              <a:gd name="connsiteY398" fmla="*/ 168751 h 172561"/>
              <a:gd name="connsiteX399" fmla="*/ 115253 w 1371600"/>
              <a:gd name="connsiteY399" fmla="*/ 136366 h 172561"/>
              <a:gd name="connsiteX400" fmla="*/ 55245 w 1371600"/>
              <a:gd name="connsiteY400" fmla="*/ 136366 h 172561"/>
              <a:gd name="connsiteX401" fmla="*/ 41910 w 1371600"/>
              <a:gd name="connsiteY401" fmla="*/ 168751 h 172561"/>
              <a:gd name="connsiteX402" fmla="*/ 0 w 1371600"/>
              <a:gd name="connsiteY402" fmla="*/ 168751 h 172561"/>
              <a:gd name="connsiteX403" fmla="*/ 1175385 w 1371600"/>
              <a:gd name="connsiteY403" fmla="*/ 2064 h 172561"/>
              <a:gd name="connsiteX404" fmla="*/ 1182052 w 1371600"/>
              <a:gd name="connsiteY404" fmla="*/ 7779 h 172561"/>
              <a:gd name="connsiteX405" fmla="*/ 1176337 w 1371600"/>
              <a:gd name="connsiteY405" fmla="*/ 13494 h 172561"/>
              <a:gd name="connsiteX406" fmla="*/ 1169670 w 1371600"/>
              <a:gd name="connsiteY406" fmla="*/ 7779 h 172561"/>
              <a:gd name="connsiteX407" fmla="*/ 1175385 w 1371600"/>
              <a:gd name="connsiteY407" fmla="*/ 2064 h 172561"/>
              <a:gd name="connsiteX408" fmla="*/ 1009650 w 1371600"/>
              <a:gd name="connsiteY408" fmla="*/ 2064 h 172561"/>
              <a:gd name="connsiteX409" fmla="*/ 1016317 w 1371600"/>
              <a:gd name="connsiteY409" fmla="*/ 7779 h 172561"/>
              <a:gd name="connsiteX410" fmla="*/ 1010602 w 1371600"/>
              <a:gd name="connsiteY410" fmla="*/ 13494 h 172561"/>
              <a:gd name="connsiteX411" fmla="*/ 1003935 w 1371600"/>
              <a:gd name="connsiteY411" fmla="*/ 7779 h 172561"/>
              <a:gd name="connsiteX412" fmla="*/ 1009650 w 1371600"/>
              <a:gd name="connsiteY412" fmla="*/ 2064 h 172561"/>
              <a:gd name="connsiteX413" fmla="*/ 384810 w 1371600"/>
              <a:gd name="connsiteY413" fmla="*/ 1111 h 172561"/>
              <a:gd name="connsiteX414" fmla="*/ 433387 w 1371600"/>
              <a:gd name="connsiteY414" fmla="*/ 14446 h 172561"/>
              <a:gd name="connsiteX415" fmla="*/ 425767 w 1371600"/>
              <a:gd name="connsiteY415" fmla="*/ 53499 h 172561"/>
              <a:gd name="connsiteX416" fmla="*/ 388620 w 1371600"/>
              <a:gd name="connsiteY416" fmla="*/ 40164 h 172561"/>
              <a:gd name="connsiteX417" fmla="*/ 337185 w 1371600"/>
              <a:gd name="connsiteY417" fmla="*/ 87789 h 172561"/>
              <a:gd name="connsiteX418" fmla="*/ 380047 w 1371600"/>
              <a:gd name="connsiteY418" fmla="*/ 132556 h 172561"/>
              <a:gd name="connsiteX419" fmla="*/ 416242 w 1371600"/>
              <a:gd name="connsiteY419" fmla="*/ 126841 h 172561"/>
              <a:gd name="connsiteX420" fmla="*/ 410527 w 1371600"/>
              <a:gd name="connsiteY420" fmla="*/ 166846 h 172561"/>
              <a:gd name="connsiteX421" fmla="*/ 373380 w 1371600"/>
              <a:gd name="connsiteY421" fmla="*/ 172561 h 172561"/>
              <a:gd name="connsiteX422" fmla="*/ 295275 w 1371600"/>
              <a:gd name="connsiteY422" fmla="*/ 90646 h 172561"/>
              <a:gd name="connsiteX423" fmla="*/ 384810 w 1371600"/>
              <a:gd name="connsiteY423" fmla="*/ 1111 h 172561"/>
              <a:gd name="connsiteX424" fmla="*/ 968692 w 1371600"/>
              <a:gd name="connsiteY424" fmla="*/ 159 h 172561"/>
              <a:gd name="connsiteX425" fmla="*/ 984885 w 1371600"/>
              <a:gd name="connsiteY425" fmla="*/ 159 h 172561"/>
              <a:gd name="connsiteX426" fmla="*/ 984885 w 1371600"/>
              <a:gd name="connsiteY426" fmla="*/ 66834 h 172561"/>
              <a:gd name="connsiteX427" fmla="*/ 992505 w 1371600"/>
              <a:gd name="connsiteY427" fmla="*/ 67787 h 172561"/>
              <a:gd name="connsiteX428" fmla="*/ 992505 w 1371600"/>
              <a:gd name="connsiteY428" fmla="*/ 71597 h 172561"/>
              <a:gd name="connsiteX429" fmla="*/ 968692 w 1371600"/>
              <a:gd name="connsiteY429" fmla="*/ 71597 h 172561"/>
              <a:gd name="connsiteX430" fmla="*/ 968692 w 1371600"/>
              <a:gd name="connsiteY430" fmla="*/ 67787 h 172561"/>
              <a:gd name="connsiteX431" fmla="*/ 975360 w 1371600"/>
              <a:gd name="connsiteY431" fmla="*/ 66834 h 172561"/>
              <a:gd name="connsiteX432" fmla="*/ 975360 w 1371600"/>
              <a:gd name="connsiteY432" fmla="*/ 4922 h 172561"/>
              <a:gd name="connsiteX433" fmla="*/ 968692 w 1371600"/>
              <a:gd name="connsiteY433" fmla="*/ 3969 h 172561"/>
              <a:gd name="connsiteX434" fmla="*/ 517207 w 1371600"/>
              <a:gd name="connsiteY434" fmla="*/ 158 h 172561"/>
              <a:gd name="connsiteX435" fmla="*/ 584835 w 1371600"/>
              <a:gd name="connsiteY435" fmla="*/ 86836 h 172561"/>
              <a:gd name="connsiteX436" fmla="*/ 493395 w 1371600"/>
              <a:gd name="connsiteY436" fmla="*/ 169703 h 172561"/>
              <a:gd name="connsiteX437" fmla="*/ 425767 w 1371600"/>
              <a:gd name="connsiteY437" fmla="*/ 83026 h 172561"/>
              <a:gd name="connsiteX438" fmla="*/ 517207 w 1371600"/>
              <a:gd name="connsiteY438" fmla="*/ 158 h 17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</a:cxnLst>
            <a:rect l="l" t="t" r="r" b="b"/>
            <a:pathLst>
              <a:path w="1371600" h="172561">
                <a:moveTo>
                  <a:pt x="169544" y="129699"/>
                </a:moveTo>
                <a:lnTo>
                  <a:pt x="286702" y="129699"/>
                </a:lnTo>
                <a:lnTo>
                  <a:pt x="280987" y="168752"/>
                </a:lnTo>
                <a:lnTo>
                  <a:pt x="162877" y="168752"/>
                </a:lnTo>
                <a:close/>
                <a:moveTo>
                  <a:pt x="1343977" y="124936"/>
                </a:moveTo>
                <a:cubicBezTo>
                  <a:pt x="1334452" y="124936"/>
                  <a:pt x="1331595" y="132556"/>
                  <a:pt x="1331595" y="144938"/>
                </a:cubicBezTo>
                <a:cubicBezTo>
                  <a:pt x="1331595" y="154464"/>
                  <a:pt x="1333500" y="163989"/>
                  <a:pt x="1343025" y="163989"/>
                </a:cubicBezTo>
                <a:cubicBezTo>
                  <a:pt x="1349692" y="163989"/>
                  <a:pt x="1355407" y="158274"/>
                  <a:pt x="1355407" y="151606"/>
                </a:cubicBezTo>
                <a:lnTo>
                  <a:pt x="1355407" y="136366"/>
                </a:lnTo>
                <a:cubicBezTo>
                  <a:pt x="1355407" y="128746"/>
                  <a:pt x="1349692" y="124936"/>
                  <a:pt x="1343977" y="124936"/>
                </a:cubicBezTo>
                <a:close/>
                <a:moveTo>
                  <a:pt x="884872" y="124936"/>
                </a:moveTo>
                <a:cubicBezTo>
                  <a:pt x="878204" y="124936"/>
                  <a:pt x="872489" y="129699"/>
                  <a:pt x="872489" y="138271"/>
                </a:cubicBezTo>
                <a:lnTo>
                  <a:pt x="872489" y="152558"/>
                </a:lnTo>
                <a:cubicBezTo>
                  <a:pt x="872489" y="160178"/>
                  <a:pt x="877252" y="164941"/>
                  <a:pt x="883920" y="164941"/>
                </a:cubicBezTo>
                <a:cubicBezTo>
                  <a:pt x="892492" y="164941"/>
                  <a:pt x="894397" y="157321"/>
                  <a:pt x="895349" y="143986"/>
                </a:cubicBezTo>
                <a:cubicBezTo>
                  <a:pt x="895349" y="131604"/>
                  <a:pt x="893445" y="124936"/>
                  <a:pt x="884872" y="124936"/>
                </a:cubicBezTo>
                <a:close/>
                <a:moveTo>
                  <a:pt x="1227772" y="123984"/>
                </a:moveTo>
                <a:cubicBezTo>
                  <a:pt x="1218247" y="123984"/>
                  <a:pt x="1216342" y="133509"/>
                  <a:pt x="1216342" y="143986"/>
                </a:cubicBezTo>
                <a:cubicBezTo>
                  <a:pt x="1216342" y="154464"/>
                  <a:pt x="1218247" y="164941"/>
                  <a:pt x="1227772" y="164941"/>
                </a:cubicBezTo>
                <a:cubicBezTo>
                  <a:pt x="1237297" y="164941"/>
                  <a:pt x="1239202" y="155416"/>
                  <a:pt x="1239202" y="144938"/>
                </a:cubicBezTo>
                <a:cubicBezTo>
                  <a:pt x="1239202" y="134461"/>
                  <a:pt x="1237297" y="123984"/>
                  <a:pt x="1227772" y="123984"/>
                </a:cubicBezTo>
                <a:close/>
                <a:moveTo>
                  <a:pt x="1048702" y="123984"/>
                </a:moveTo>
                <a:cubicBezTo>
                  <a:pt x="1041083" y="123984"/>
                  <a:pt x="1038225" y="130651"/>
                  <a:pt x="1037272" y="139224"/>
                </a:cubicBezTo>
                <a:lnTo>
                  <a:pt x="1058227" y="139224"/>
                </a:lnTo>
                <a:lnTo>
                  <a:pt x="1058227" y="137318"/>
                </a:lnTo>
                <a:cubicBezTo>
                  <a:pt x="1058227" y="128746"/>
                  <a:pt x="1055370" y="123984"/>
                  <a:pt x="1048702" y="123984"/>
                </a:cubicBezTo>
                <a:close/>
                <a:moveTo>
                  <a:pt x="933450" y="123984"/>
                </a:moveTo>
                <a:cubicBezTo>
                  <a:pt x="925830" y="123984"/>
                  <a:pt x="922972" y="130651"/>
                  <a:pt x="922020" y="139224"/>
                </a:cubicBezTo>
                <a:lnTo>
                  <a:pt x="942975" y="139224"/>
                </a:lnTo>
                <a:lnTo>
                  <a:pt x="942975" y="137318"/>
                </a:lnTo>
                <a:cubicBezTo>
                  <a:pt x="942975" y="128746"/>
                  <a:pt x="940117" y="123984"/>
                  <a:pt x="933450" y="123984"/>
                </a:cubicBezTo>
                <a:close/>
                <a:moveTo>
                  <a:pt x="1131570" y="120174"/>
                </a:moveTo>
                <a:lnTo>
                  <a:pt x="1151572" y="120174"/>
                </a:lnTo>
                <a:lnTo>
                  <a:pt x="1151572" y="123984"/>
                </a:lnTo>
                <a:lnTo>
                  <a:pt x="1145858" y="123984"/>
                </a:lnTo>
                <a:lnTo>
                  <a:pt x="1156335" y="159227"/>
                </a:lnTo>
                <a:lnTo>
                  <a:pt x="1165860" y="132556"/>
                </a:lnTo>
                <a:lnTo>
                  <a:pt x="1163002" y="123984"/>
                </a:lnTo>
                <a:lnTo>
                  <a:pt x="1159192" y="123984"/>
                </a:lnTo>
                <a:lnTo>
                  <a:pt x="1159192" y="120174"/>
                </a:lnTo>
                <a:lnTo>
                  <a:pt x="1177290" y="120174"/>
                </a:lnTo>
                <a:lnTo>
                  <a:pt x="1177290" y="123984"/>
                </a:lnTo>
                <a:lnTo>
                  <a:pt x="1172527" y="123984"/>
                </a:lnTo>
                <a:lnTo>
                  <a:pt x="1183958" y="159227"/>
                </a:lnTo>
                <a:lnTo>
                  <a:pt x="1193483" y="123984"/>
                </a:lnTo>
                <a:lnTo>
                  <a:pt x="1186815" y="123984"/>
                </a:lnTo>
                <a:lnTo>
                  <a:pt x="1186815" y="120174"/>
                </a:lnTo>
                <a:lnTo>
                  <a:pt x="1203960" y="120174"/>
                </a:lnTo>
                <a:lnTo>
                  <a:pt x="1203960" y="123984"/>
                </a:lnTo>
                <a:lnTo>
                  <a:pt x="1199197" y="123984"/>
                </a:lnTo>
                <a:lnTo>
                  <a:pt x="1185862" y="168752"/>
                </a:lnTo>
                <a:lnTo>
                  <a:pt x="1179195" y="168752"/>
                </a:lnTo>
                <a:lnTo>
                  <a:pt x="1168717" y="140176"/>
                </a:lnTo>
                <a:lnTo>
                  <a:pt x="1167765" y="140176"/>
                </a:lnTo>
                <a:lnTo>
                  <a:pt x="1157287" y="168752"/>
                </a:lnTo>
                <a:lnTo>
                  <a:pt x="1150620" y="168752"/>
                </a:lnTo>
                <a:lnTo>
                  <a:pt x="1135380" y="123984"/>
                </a:lnTo>
                <a:lnTo>
                  <a:pt x="1131570" y="123984"/>
                </a:lnTo>
                <a:close/>
                <a:moveTo>
                  <a:pt x="1283017" y="119221"/>
                </a:moveTo>
                <a:cubicBezTo>
                  <a:pt x="1288732" y="119221"/>
                  <a:pt x="1293495" y="122079"/>
                  <a:pt x="1292542" y="127793"/>
                </a:cubicBezTo>
                <a:cubicBezTo>
                  <a:pt x="1292542" y="133509"/>
                  <a:pt x="1289684" y="135413"/>
                  <a:pt x="1285875" y="135413"/>
                </a:cubicBezTo>
                <a:cubicBezTo>
                  <a:pt x="1282065" y="135413"/>
                  <a:pt x="1280159" y="132556"/>
                  <a:pt x="1280159" y="128746"/>
                </a:cubicBezTo>
                <a:lnTo>
                  <a:pt x="1283017" y="127793"/>
                </a:lnTo>
                <a:cubicBezTo>
                  <a:pt x="1283017" y="127793"/>
                  <a:pt x="1283017" y="126841"/>
                  <a:pt x="1283017" y="126841"/>
                </a:cubicBezTo>
                <a:cubicBezTo>
                  <a:pt x="1283017" y="125888"/>
                  <a:pt x="1282065" y="124936"/>
                  <a:pt x="1280159" y="124936"/>
                </a:cubicBezTo>
                <a:cubicBezTo>
                  <a:pt x="1274445" y="124936"/>
                  <a:pt x="1269682" y="131604"/>
                  <a:pt x="1269682" y="137318"/>
                </a:cubicBezTo>
                <a:lnTo>
                  <a:pt x="1269682" y="163989"/>
                </a:lnTo>
                <a:lnTo>
                  <a:pt x="1280159" y="164941"/>
                </a:lnTo>
                <a:lnTo>
                  <a:pt x="1280159" y="168751"/>
                </a:lnTo>
                <a:lnTo>
                  <a:pt x="1254442" y="168751"/>
                </a:lnTo>
                <a:lnTo>
                  <a:pt x="1254442" y="164941"/>
                </a:lnTo>
                <a:lnTo>
                  <a:pt x="1260157" y="163989"/>
                </a:lnTo>
                <a:lnTo>
                  <a:pt x="1260157" y="124936"/>
                </a:lnTo>
                <a:lnTo>
                  <a:pt x="1254442" y="123984"/>
                </a:lnTo>
                <a:lnTo>
                  <a:pt x="1254442" y="120174"/>
                </a:lnTo>
                <a:lnTo>
                  <a:pt x="1268730" y="120174"/>
                </a:lnTo>
                <a:lnTo>
                  <a:pt x="1269682" y="127793"/>
                </a:lnTo>
                <a:cubicBezTo>
                  <a:pt x="1271587" y="123031"/>
                  <a:pt x="1276350" y="119221"/>
                  <a:pt x="1283017" y="119221"/>
                </a:cubicBezTo>
                <a:close/>
                <a:moveTo>
                  <a:pt x="1228725" y="119221"/>
                </a:moveTo>
                <a:cubicBezTo>
                  <a:pt x="1243012" y="119221"/>
                  <a:pt x="1249680" y="129699"/>
                  <a:pt x="1250632" y="143986"/>
                </a:cubicBezTo>
                <a:cubicBezTo>
                  <a:pt x="1250632" y="159226"/>
                  <a:pt x="1243012" y="169703"/>
                  <a:pt x="1228725" y="169703"/>
                </a:cubicBezTo>
                <a:cubicBezTo>
                  <a:pt x="1214437" y="169703"/>
                  <a:pt x="1206817" y="160178"/>
                  <a:pt x="1206817" y="144938"/>
                </a:cubicBezTo>
                <a:cubicBezTo>
                  <a:pt x="1206817" y="129699"/>
                  <a:pt x="1215390" y="119221"/>
                  <a:pt x="1228725" y="119221"/>
                </a:cubicBezTo>
                <a:close/>
                <a:moveTo>
                  <a:pt x="1101089" y="119221"/>
                </a:moveTo>
                <a:cubicBezTo>
                  <a:pt x="1106804" y="119221"/>
                  <a:pt x="1110614" y="122079"/>
                  <a:pt x="1109662" y="127793"/>
                </a:cubicBezTo>
                <a:cubicBezTo>
                  <a:pt x="1109662" y="133509"/>
                  <a:pt x="1106804" y="135413"/>
                  <a:pt x="1102994" y="135413"/>
                </a:cubicBezTo>
                <a:cubicBezTo>
                  <a:pt x="1099184" y="135413"/>
                  <a:pt x="1097279" y="132556"/>
                  <a:pt x="1097279" y="128746"/>
                </a:cubicBezTo>
                <a:lnTo>
                  <a:pt x="1100137" y="127793"/>
                </a:lnTo>
                <a:cubicBezTo>
                  <a:pt x="1100137" y="127793"/>
                  <a:pt x="1100137" y="126841"/>
                  <a:pt x="1100137" y="126841"/>
                </a:cubicBezTo>
                <a:cubicBezTo>
                  <a:pt x="1100137" y="125888"/>
                  <a:pt x="1099184" y="124936"/>
                  <a:pt x="1097279" y="124936"/>
                </a:cubicBezTo>
                <a:cubicBezTo>
                  <a:pt x="1092516" y="124936"/>
                  <a:pt x="1087754" y="131604"/>
                  <a:pt x="1087754" y="137318"/>
                </a:cubicBezTo>
                <a:lnTo>
                  <a:pt x="1087754" y="163989"/>
                </a:lnTo>
                <a:lnTo>
                  <a:pt x="1098232" y="164941"/>
                </a:lnTo>
                <a:lnTo>
                  <a:pt x="1098232" y="168751"/>
                </a:lnTo>
                <a:lnTo>
                  <a:pt x="1072514" y="168751"/>
                </a:lnTo>
                <a:lnTo>
                  <a:pt x="1072514" y="164941"/>
                </a:lnTo>
                <a:lnTo>
                  <a:pt x="1078229" y="163989"/>
                </a:lnTo>
                <a:lnTo>
                  <a:pt x="1078229" y="124936"/>
                </a:lnTo>
                <a:lnTo>
                  <a:pt x="1072514" y="123984"/>
                </a:lnTo>
                <a:lnTo>
                  <a:pt x="1072514" y="120174"/>
                </a:lnTo>
                <a:lnTo>
                  <a:pt x="1086802" y="120174"/>
                </a:lnTo>
                <a:lnTo>
                  <a:pt x="1087754" y="127793"/>
                </a:lnTo>
                <a:cubicBezTo>
                  <a:pt x="1089659" y="123031"/>
                  <a:pt x="1094422" y="119221"/>
                  <a:pt x="1101089" y="119221"/>
                </a:cubicBezTo>
                <a:close/>
                <a:moveTo>
                  <a:pt x="1048702" y="119221"/>
                </a:moveTo>
                <a:cubicBezTo>
                  <a:pt x="1060133" y="119221"/>
                  <a:pt x="1066800" y="125888"/>
                  <a:pt x="1065847" y="141129"/>
                </a:cubicBezTo>
                <a:cubicBezTo>
                  <a:pt x="1065847" y="142081"/>
                  <a:pt x="1065847" y="143986"/>
                  <a:pt x="1065847" y="144938"/>
                </a:cubicBezTo>
                <a:lnTo>
                  <a:pt x="1036320" y="144938"/>
                </a:lnTo>
                <a:cubicBezTo>
                  <a:pt x="1036320" y="156368"/>
                  <a:pt x="1040130" y="163989"/>
                  <a:pt x="1049655" y="163989"/>
                </a:cubicBezTo>
                <a:cubicBezTo>
                  <a:pt x="1056322" y="163989"/>
                  <a:pt x="1060133" y="161131"/>
                  <a:pt x="1062037" y="155416"/>
                </a:cubicBezTo>
                <a:lnTo>
                  <a:pt x="1065847" y="157321"/>
                </a:lnTo>
                <a:cubicBezTo>
                  <a:pt x="1063942" y="164941"/>
                  <a:pt x="1057275" y="169703"/>
                  <a:pt x="1047750" y="169703"/>
                </a:cubicBezTo>
                <a:cubicBezTo>
                  <a:pt x="1033462" y="169703"/>
                  <a:pt x="1026795" y="160178"/>
                  <a:pt x="1026795" y="144938"/>
                </a:cubicBezTo>
                <a:cubicBezTo>
                  <a:pt x="1026795" y="128746"/>
                  <a:pt x="1036320" y="119221"/>
                  <a:pt x="1048702" y="119221"/>
                </a:cubicBezTo>
                <a:close/>
                <a:moveTo>
                  <a:pt x="934402" y="119221"/>
                </a:moveTo>
                <a:cubicBezTo>
                  <a:pt x="945833" y="119221"/>
                  <a:pt x="952500" y="125888"/>
                  <a:pt x="951547" y="141129"/>
                </a:cubicBezTo>
                <a:cubicBezTo>
                  <a:pt x="951547" y="142081"/>
                  <a:pt x="951547" y="143986"/>
                  <a:pt x="951547" y="144938"/>
                </a:cubicBezTo>
                <a:lnTo>
                  <a:pt x="922020" y="144938"/>
                </a:lnTo>
                <a:cubicBezTo>
                  <a:pt x="922020" y="156368"/>
                  <a:pt x="925830" y="163989"/>
                  <a:pt x="935355" y="163989"/>
                </a:cubicBezTo>
                <a:cubicBezTo>
                  <a:pt x="942022" y="163989"/>
                  <a:pt x="945833" y="161131"/>
                  <a:pt x="947737" y="155416"/>
                </a:cubicBezTo>
                <a:lnTo>
                  <a:pt x="951547" y="157321"/>
                </a:lnTo>
                <a:cubicBezTo>
                  <a:pt x="949642" y="164941"/>
                  <a:pt x="942975" y="169703"/>
                  <a:pt x="933450" y="169703"/>
                </a:cubicBezTo>
                <a:cubicBezTo>
                  <a:pt x="919162" y="169703"/>
                  <a:pt x="912495" y="160178"/>
                  <a:pt x="912495" y="144938"/>
                </a:cubicBezTo>
                <a:cubicBezTo>
                  <a:pt x="912495" y="128746"/>
                  <a:pt x="922020" y="119221"/>
                  <a:pt x="934402" y="119221"/>
                </a:cubicBezTo>
                <a:close/>
                <a:moveTo>
                  <a:pt x="971549" y="105886"/>
                </a:moveTo>
                <a:lnTo>
                  <a:pt x="974407" y="105886"/>
                </a:lnTo>
                <a:lnTo>
                  <a:pt x="974407" y="120174"/>
                </a:lnTo>
                <a:lnTo>
                  <a:pt x="997266" y="120174"/>
                </a:lnTo>
                <a:lnTo>
                  <a:pt x="997266" y="107791"/>
                </a:lnTo>
                <a:lnTo>
                  <a:pt x="1003934" y="105886"/>
                </a:lnTo>
                <a:lnTo>
                  <a:pt x="1005839" y="105886"/>
                </a:lnTo>
                <a:lnTo>
                  <a:pt x="1005839" y="120174"/>
                </a:lnTo>
                <a:lnTo>
                  <a:pt x="1016316" y="120174"/>
                </a:lnTo>
                <a:lnTo>
                  <a:pt x="1016316" y="124936"/>
                </a:lnTo>
                <a:lnTo>
                  <a:pt x="1005839" y="124936"/>
                </a:lnTo>
                <a:lnTo>
                  <a:pt x="1005839" y="156368"/>
                </a:lnTo>
                <a:cubicBezTo>
                  <a:pt x="1005839" y="162083"/>
                  <a:pt x="1006791" y="163989"/>
                  <a:pt x="1010602" y="163989"/>
                </a:cubicBezTo>
                <a:cubicBezTo>
                  <a:pt x="1014412" y="163989"/>
                  <a:pt x="1016316" y="162083"/>
                  <a:pt x="1017269" y="156368"/>
                </a:cubicBezTo>
                <a:lnTo>
                  <a:pt x="1021079" y="157321"/>
                </a:lnTo>
                <a:cubicBezTo>
                  <a:pt x="1020127" y="165893"/>
                  <a:pt x="1015364" y="169703"/>
                  <a:pt x="1007744" y="169703"/>
                </a:cubicBezTo>
                <a:cubicBezTo>
                  <a:pt x="1000124" y="169703"/>
                  <a:pt x="996314" y="165893"/>
                  <a:pt x="996314" y="158274"/>
                </a:cubicBezTo>
                <a:lnTo>
                  <a:pt x="996314" y="124936"/>
                </a:lnTo>
                <a:lnTo>
                  <a:pt x="973454" y="124936"/>
                </a:lnTo>
                <a:lnTo>
                  <a:pt x="973454" y="156368"/>
                </a:lnTo>
                <a:cubicBezTo>
                  <a:pt x="973454" y="162083"/>
                  <a:pt x="974407" y="163989"/>
                  <a:pt x="978216" y="163989"/>
                </a:cubicBezTo>
                <a:cubicBezTo>
                  <a:pt x="982027" y="163989"/>
                  <a:pt x="983932" y="162083"/>
                  <a:pt x="985837" y="156368"/>
                </a:cubicBezTo>
                <a:lnTo>
                  <a:pt x="989647" y="157321"/>
                </a:lnTo>
                <a:cubicBezTo>
                  <a:pt x="988694" y="165893"/>
                  <a:pt x="983932" y="169703"/>
                  <a:pt x="976312" y="169703"/>
                </a:cubicBezTo>
                <a:cubicBezTo>
                  <a:pt x="968691" y="169703"/>
                  <a:pt x="964882" y="165893"/>
                  <a:pt x="964882" y="158274"/>
                </a:cubicBezTo>
                <a:lnTo>
                  <a:pt x="964882" y="124936"/>
                </a:lnTo>
                <a:lnTo>
                  <a:pt x="958214" y="124936"/>
                </a:lnTo>
                <a:lnTo>
                  <a:pt x="958214" y="120174"/>
                </a:lnTo>
                <a:lnTo>
                  <a:pt x="964882" y="120174"/>
                </a:lnTo>
                <a:lnTo>
                  <a:pt x="964882" y="107791"/>
                </a:lnTo>
                <a:close/>
                <a:moveTo>
                  <a:pt x="1348740" y="96361"/>
                </a:moveTo>
                <a:lnTo>
                  <a:pt x="1364932" y="96361"/>
                </a:lnTo>
                <a:lnTo>
                  <a:pt x="1364932" y="163989"/>
                </a:lnTo>
                <a:lnTo>
                  <a:pt x="1371600" y="163989"/>
                </a:lnTo>
                <a:lnTo>
                  <a:pt x="1371600" y="167799"/>
                </a:lnTo>
                <a:lnTo>
                  <a:pt x="1357312" y="167799"/>
                </a:lnTo>
                <a:lnTo>
                  <a:pt x="1356360" y="160178"/>
                </a:lnTo>
                <a:cubicBezTo>
                  <a:pt x="1353502" y="164941"/>
                  <a:pt x="1348740" y="168751"/>
                  <a:pt x="1341120" y="168751"/>
                </a:cubicBezTo>
                <a:cubicBezTo>
                  <a:pt x="1328737" y="168751"/>
                  <a:pt x="1323022" y="158274"/>
                  <a:pt x="1323022" y="143986"/>
                </a:cubicBezTo>
                <a:cubicBezTo>
                  <a:pt x="1323022" y="127793"/>
                  <a:pt x="1330642" y="118268"/>
                  <a:pt x="1343025" y="118268"/>
                </a:cubicBezTo>
                <a:cubicBezTo>
                  <a:pt x="1347787" y="118268"/>
                  <a:pt x="1352550" y="120174"/>
                  <a:pt x="1356360" y="123983"/>
                </a:cubicBezTo>
                <a:lnTo>
                  <a:pt x="1356360" y="101124"/>
                </a:lnTo>
                <a:lnTo>
                  <a:pt x="1348740" y="100171"/>
                </a:lnTo>
                <a:close/>
                <a:moveTo>
                  <a:pt x="1295400" y="96361"/>
                </a:moveTo>
                <a:lnTo>
                  <a:pt x="1311592" y="96361"/>
                </a:lnTo>
                <a:lnTo>
                  <a:pt x="1311592" y="163989"/>
                </a:lnTo>
                <a:lnTo>
                  <a:pt x="1318260" y="164941"/>
                </a:lnTo>
                <a:lnTo>
                  <a:pt x="1318260" y="168751"/>
                </a:lnTo>
                <a:lnTo>
                  <a:pt x="1295400" y="168751"/>
                </a:lnTo>
                <a:lnTo>
                  <a:pt x="1295400" y="164941"/>
                </a:lnTo>
                <a:lnTo>
                  <a:pt x="1302067" y="163989"/>
                </a:lnTo>
                <a:lnTo>
                  <a:pt x="1302067" y="101124"/>
                </a:lnTo>
                <a:lnTo>
                  <a:pt x="1295400" y="100171"/>
                </a:lnTo>
                <a:close/>
                <a:moveTo>
                  <a:pt x="856297" y="96361"/>
                </a:moveTo>
                <a:lnTo>
                  <a:pt x="871537" y="96361"/>
                </a:lnTo>
                <a:lnTo>
                  <a:pt x="871537" y="126841"/>
                </a:lnTo>
                <a:cubicBezTo>
                  <a:pt x="874395" y="123031"/>
                  <a:pt x="879157" y="119221"/>
                  <a:pt x="886777" y="119221"/>
                </a:cubicBezTo>
                <a:cubicBezTo>
                  <a:pt x="898207" y="119221"/>
                  <a:pt x="904874" y="127793"/>
                  <a:pt x="903922" y="143986"/>
                </a:cubicBezTo>
                <a:cubicBezTo>
                  <a:pt x="903922" y="158274"/>
                  <a:pt x="897254" y="169703"/>
                  <a:pt x="882967" y="169703"/>
                </a:cubicBezTo>
                <a:cubicBezTo>
                  <a:pt x="876299" y="169703"/>
                  <a:pt x="872489" y="166846"/>
                  <a:pt x="868679" y="163989"/>
                </a:cubicBezTo>
                <a:lnTo>
                  <a:pt x="864870" y="169703"/>
                </a:lnTo>
                <a:lnTo>
                  <a:pt x="862012" y="169703"/>
                </a:lnTo>
                <a:lnTo>
                  <a:pt x="862012" y="101124"/>
                </a:lnTo>
                <a:lnTo>
                  <a:pt x="856297" y="100171"/>
                </a:lnTo>
                <a:close/>
                <a:moveTo>
                  <a:pt x="1256347" y="72549"/>
                </a:moveTo>
                <a:cubicBezTo>
                  <a:pt x="1255395" y="74454"/>
                  <a:pt x="1254442" y="76359"/>
                  <a:pt x="1254442" y="79217"/>
                </a:cubicBezTo>
                <a:cubicBezTo>
                  <a:pt x="1254442" y="83979"/>
                  <a:pt x="1257300" y="86837"/>
                  <a:pt x="1268730" y="86837"/>
                </a:cubicBezTo>
                <a:cubicBezTo>
                  <a:pt x="1277303" y="86837"/>
                  <a:pt x="1283017" y="84932"/>
                  <a:pt x="1283017" y="78264"/>
                </a:cubicBezTo>
                <a:cubicBezTo>
                  <a:pt x="1283017" y="73502"/>
                  <a:pt x="1278255" y="72549"/>
                  <a:pt x="1269683" y="72549"/>
                </a:cubicBezTo>
                <a:close/>
                <a:moveTo>
                  <a:pt x="179070" y="66834"/>
                </a:moveTo>
                <a:lnTo>
                  <a:pt x="282893" y="66834"/>
                </a:lnTo>
                <a:lnTo>
                  <a:pt x="277178" y="104934"/>
                </a:lnTo>
                <a:lnTo>
                  <a:pt x="173355" y="104934"/>
                </a:lnTo>
                <a:close/>
                <a:moveTo>
                  <a:pt x="1336357" y="49688"/>
                </a:moveTo>
                <a:cubicBezTo>
                  <a:pt x="1327784" y="49688"/>
                  <a:pt x="1324927" y="53499"/>
                  <a:pt x="1324927" y="59214"/>
                </a:cubicBezTo>
                <a:cubicBezTo>
                  <a:pt x="1324927" y="63976"/>
                  <a:pt x="1326832" y="66834"/>
                  <a:pt x="1331594" y="66834"/>
                </a:cubicBezTo>
                <a:cubicBezTo>
                  <a:pt x="1336357" y="66834"/>
                  <a:pt x="1341119" y="63024"/>
                  <a:pt x="1341119" y="57309"/>
                </a:cubicBezTo>
                <a:lnTo>
                  <a:pt x="1341119" y="49688"/>
                </a:lnTo>
                <a:close/>
                <a:moveTo>
                  <a:pt x="96203" y="43021"/>
                </a:moveTo>
                <a:lnTo>
                  <a:pt x="71438" y="100171"/>
                </a:lnTo>
                <a:lnTo>
                  <a:pt x="108585" y="100171"/>
                </a:lnTo>
                <a:close/>
                <a:moveTo>
                  <a:pt x="519112" y="37306"/>
                </a:moveTo>
                <a:cubicBezTo>
                  <a:pt x="495300" y="32543"/>
                  <a:pt x="474345" y="50641"/>
                  <a:pt x="467677" y="80168"/>
                </a:cubicBezTo>
                <a:cubicBezTo>
                  <a:pt x="461010" y="108743"/>
                  <a:pt x="471487" y="129698"/>
                  <a:pt x="493395" y="134461"/>
                </a:cubicBezTo>
                <a:cubicBezTo>
                  <a:pt x="517207" y="139223"/>
                  <a:pt x="538162" y="121126"/>
                  <a:pt x="544830" y="91598"/>
                </a:cubicBezTo>
                <a:cubicBezTo>
                  <a:pt x="551498" y="63976"/>
                  <a:pt x="541020" y="42068"/>
                  <a:pt x="519112" y="37306"/>
                </a:cubicBezTo>
                <a:close/>
                <a:moveTo>
                  <a:pt x="1093469" y="26829"/>
                </a:moveTo>
                <a:cubicBezTo>
                  <a:pt x="1085849" y="26829"/>
                  <a:pt x="1082991" y="33496"/>
                  <a:pt x="1082039" y="42069"/>
                </a:cubicBezTo>
                <a:lnTo>
                  <a:pt x="1102994" y="42069"/>
                </a:lnTo>
                <a:lnTo>
                  <a:pt x="1102994" y="40163"/>
                </a:lnTo>
                <a:cubicBezTo>
                  <a:pt x="1102994" y="31591"/>
                  <a:pt x="1100137" y="26829"/>
                  <a:pt x="1093469" y="26829"/>
                </a:cubicBezTo>
                <a:close/>
                <a:moveTo>
                  <a:pt x="945833" y="26828"/>
                </a:moveTo>
                <a:cubicBezTo>
                  <a:pt x="938213" y="26828"/>
                  <a:pt x="934402" y="33496"/>
                  <a:pt x="934402" y="42068"/>
                </a:cubicBezTo>
                <a:lnTo>
                  <a:pt x="955358" y="42068"/>
                </a:lnTo>
                <a:lnTo>
                  <a:pt x="955358" y="40163"/>
                </a:lnTo>
                <a:cubicBezTo>
                  <a:pt x="955358" y="31591"/>
                  <a:pt x="952500" y="26828"/>
                  <a:pt x="945833" y="26828"/>
                </a:cubicBezTo>
                <a:close/>
                <a:moveTo>
                  <a:pt x="1267778" y="25877"/>
                </a:moveTo>
                <a:cubicBezTo>
                  <a:pt x="1263015" y="25877"/>
                  <a:pt x="1259205" y="29686"/>
                  <a:pt x="1258253" y="38259"/>
                </a:cubicBezTo>
                <a:cubicBezTo>
                  <a:pt x="1258253" y="48737"/>
                  <a:pt x="1262062" y="51594"/>
                  <a:pt x="1267778" y="51594"/>
                </a:cubicBezTo>
                <a:cubicBezTo>
                  <a:pt x="1272540" y="51594"/>
                  <a:pt x="1276350" y="48737"/>
                  <a:pt x="1276350" y="38259"/>
                </a:cubicBezTo>
                <a:cubicBezTo>
                  <a:pt x="1276350" y="28734"/>
                  <a:pt x="1273492" y="25877"/>
                  <a:pt x="1267778" y="25877"/>
                </a:cubicBezTo>
                <a:close/>
                <a:moveTo>
                  <a:pt x="1161097" y="23019"/>
                </a:moveTo>
                <a:lnTo>
                  <a:pt x="1177289" y="23019"/>
                </a:lnTo>
                <a:lnTo>
                  <a:pt x="1177289" y="66834"/>
                </a:lnTo>
                <a:lnTo>
                  <a:pt x="1184910" y="67787"/>
                </a:lnTo>
                <a:lnTo>
                  <a:pt x="1184910" y="71597"/>
                </a:lnTo>
                <a:lnTo>
                  <a:pt x="1161097" y="71597"/>
                </a:lnTo>
                <a:lnTo>
                  <a:pt x="1161097" y="67787"/>
                </a:lnTo>
                <a:lnTo>
                  <a:pt x="1168717" y="66834"/>
                </a:lnTo>
                <a:lnTo>
                  <a:pt x="1168717" y="27782"/>
                </a:lnTo>
                <a:lnTo>
                  <a:pt x="1161097" y="26829"/>
                </a:lnTo>
                <a:close/>
                <a:moveTo>
                  <a:pt x="1145857" y="23019"/>
                </a:moveTo>
                <a:cubicBezTo>
                  <a:pt x="1150620" y="23019"/>
                  <a:pt x="1155382" y="25876"/>
                  <a:pt x="1155382" y="31591"/>
                </a:cubicBezTo>
                <a:cubicBezTo>
                  <a:pt x="1155382" y="37307"/>
                  <a:pt x="1152524" y="39211"/>
                  <a:pt x="1148714" y="39211"/>
                </a:cubicBezTo>
                <a:cubicBezTo>
                  <a:pt x="1144904" y="39211"/>
                  <a:pt x="1142999" y="36354"/>
                  <a:pt x="1142999" y="32544"/>
                </a:cubicBezTo>
                <a:lnTo>
                  <a:pt x="1145857" y="30639"/>
                </a:lnTo>
                <a:cubicBezTo>
                  <a:pt x="1145857" y="30639"/>
                  <a:pt x="1145857" y="29686"/>
                  <a:pt x="1145857" y="29686"/>
                </a:cubicBezTo>
                <a:cubicBezTo>
                  <a:pt x="1145857" y="28734"/>
                  <a:pt x="1144904" y="27782"/>
                  <a:pt x="1142999" y="27782"/>
                </a:cubicBezTo>
                <a:cubicBezTo>
                  <a:pt x="1138237" y="27782"/>
                  <a:pt x="1133474" y="34449"/>
                  <a:pt x="1133474" y="40164"/>
                </a:cubicBezTo>
                <a:lnTo>
                  <a:pt x="1133474" y="66834"/>
                </a:lnTo>
                <a:lnTo>
                  <a:pt x="1142999" y="67787"/>
                </a:lnTo>
                <a:lnTo>
                  <a:pt x="1142999" y="71597"/>
                </a:lnTo>
                <a:lnTo>
                  <a:pt x="1117282" y="71597"/>
                </a:lnTo>
                <a:lnTo>
                  <a:pt x="1117282" y="67787"/>
                </a:lnTo>
                <a:lnTo>
                  <a:pt x="1122997" y="66834"/>
                </a:lnTo>
                <a:lnTo>
                  <a:pt x="1122997" y="28734"/>
                </a:lnTo>
                <a:lnTo>
                  <a:pt x="1117282" y="27782"/>
                </a:lnTo>
                <a:lnTo>
                  <a:pt x="1117282" y="23971"/>
                </a:lnTo>
                <a:lnTo>
                  <a:pt x="1131570" y="23971"/>
                </a:lnTo>
                <a:lnTo>
                  <a:pt x="1132522" y="31591"/>
                </a:lnTo>
                <a:cubicBezTo>
                  <a:pt x="1134427" y="26829"/>
                  <a:pt x="1139189" y="23019"/>
                  <a:pt x="1145857" y="23019"/>
                </a:cubicBezTo>
                <a:close/>
                <a:moveTo>
                  <a:pt x="1022985" y="23019"/>
                </a:moveTo>
                <a:lnTo>
                  <a:pt x="1043940" y="23019"/>
                </a:lnTo>
                <a:lnTo>
                  <a:pt x="1043940" y="26829"/>
                </a:lnTo>
                <a:lnTo>
                  <a:pt x="1037273" y="27782"/>
                </a:lnTo>
                <a:lnTo>
                  <a:pt x="1048702" y="61119"/>
                </a:lnTo>
                <a:lnTo>
                  <a:pt x="1059180" y="27782"/>
                </a:lnTo>
                <a:lnTo>
                  <a:pt x="1052512" y="26829"/>
                </a:lnTo>
                <a:lnTo>
                  <a:pt x="1052512" y="23019"/>
                </a:lnTo>
                <a:lnTo>
                  <a:pt x="1069658" y="23019"/>
                </a:lnTo>
                <a:lnTo>
                  <a:pt x="1069658" y="26829"/>
                </a:lnTo>
                <a:lnTo>
                  <a:pt x="1064895" y="27782"/>
                </a:lnTo>
                <a:lnTo>
                  <a:pt x="1049655" y="71597"/>
                </a:lnTo>
                <a:lnTo>
                  <a:pt x="1042035" y="71597"/>
                </a:lnTo>
                <a:lnTo>
                  <a:pt x="1026795" y="27782"/>
                </a:lnTo>
                <a:lnTo>
                  <a:pt x="1022985" y="26829"/>
                </a:lnTo>
                <a:close/>
                <a:moveTo>
                  <a:pt x="998220" y="23019"/>
                </a:moveTo>
                <a:lnTo>
                  <a:pt x="1014412" y="23019"/>
                </a:lnTo>
                <a:lnTo>
                  <a:pt x="1014412" y="66834"/>
                </a:lnTo>
                <a:lnTo>
                  <a:pt x="1022033" y="67787"/>
                </a:lnTo>
                <a:lnTo>
                  <a:pt x="1022033" y="71597"/>
                </a:lnTo>
                <a:lnTo>
                  <a:pt x="998220" y="71597"/>
                </a:lnTo>
                <a:lnTo>
                  <a:pt x="998220" y="67787"/>
                </a:lnTo>
                <a:lnTo>
                  <a:pt x="1004887" y="66834"/>
                </a:lnTo>
                <a:lnTo>
                  <a:pt x="1004887" y="27782"/>
                </a:lnTo>
                <a:lnTo>
                  <a:pt x="998220" y="26829"/>
                </a:lnTo>
                <a:close/>
                <a:moveTo>
                  <a:pt x="944880" y="23018"/>
                </a:moveTo>
                <a:cubicBezTo>
                  <a:pt x="956310" y="23018"/>
                  <a:pt x="962977" y="29686"/>
                  <a:pt x="962977" y="43973"/>
                </a:cubicBezTo>
                <a:cubicBezTo>
                  <a:pt x="962977" y="44926"/>
                  <a:pt x="962977" y="46831"/>
                  <a:pt x="962977" y="47783"/>
                </a:cubicBezTo>
                <a:lnTo>
                  <a:pt x="933450" y="47783"/>
                </a:lnTo>
                <a:cubicBezTo>
                  <a:pt x="933450" y="59213"/>
                  <a:pt x="937260" y="66833"/>
                  <a:pt x="946785" y="66833"/>
                </a:cubicBezTo>
                <a:cubicBezTo>
                  <a:pt x="953452" y="66833"/>
                  <a:pt x="957263" y="63976"/>
                  <a:pt x="959167" y="58261"/>
                </a:cubicBezTo>
                <a:lnTo>
                  <a:pt x="962977" y="60166"/>
                </a:lnTo>
                <a:cubicBezTo>
                  <a:pt x="961073" y="67786"/>
                  <a:pt x="954405" y="72548"/>
                  <a:pt x="944880" y="72548"/>
                </a:cubicBezTo>
                <a:cubicBezTo>
                  <a:pt x="930592" y="72548"/>
                  <a:pt x="923925" y="62071"/>
                  <a:pt x="923925" y="47783"/>
                </a:cubicBezTo>
                <a:cubicBezTo>
                  <a:pt x="923925" y="31591"/>
                  <a:pt x="933450" y="22066"/>
                  <a:pt x="944880" y="23018"/>
                </a:cubicBezTo>
                <a:close/>
                <a:moveTo>
                  <a:pt x="1333499" y="22066"/>
                </a:moveTo>
                <a:cubicBezTo>
                  <a:pt x="1344929" y="22066"/>
                  <a:pt x="1350644" y="26829"/>
                  <a:pt x="1350644" y="40163"/>
                </a:cubicBezTo>
                <a:lnTo>
                  <a:pt x="1350644" y="63024"/>
                </a:lnTo>
                <a:cubicBezTo>
                  <a:pt x="1350644" y="67786"/>
                  <a:pt x="1351597" y="68739"/>
                  <a:pt x="1353502" y="68739"/>
                </a:cubicBezTo>
                <a:cubicBezTo>
                  <a:pt x="1354454" y="68739"/>
                  <a:pt x="1355407" y="67786"/>
                  <a:pt x="1356359" y="67786"/>
                </a:cubicBezTo>
                <a:lnTo>
                  <a:pt x="1357312" y="70644"/>
                </a:lnTo>
                <a:cubicBezTo>
                  <a:pt x="1356359" y="71596"/>
                  <a:pt x="1353502" y="72549"/>
                  <a:pt x="1350644" y="72549"/>
                </a:cubicBezTo>
                <a:cubicBezTo>
                  <a:pt x="1345882" y="72549"/>
                  <a:pt x="1343024" y="70644"/>
                  <a:pt x="1342072" y="65881"/>
                </a:cubicBezTo>
                <a:cubicBezTo>
                  <a:pt x="1339215" y="69691"/>
                  <a:pt x="1334452" y="72549"/>
                  <a:pt x="1328737" y="73501"/>
                </a:cubicBezTo>
                <a:cubicBezTo>
                  <a:pt x="1321117" y="73501"/>
                  <a:pt x="1315402" y="70644"/>
                  <a:pt x="1315402" y="61119"/>
                </a:cubicBezTo>
                <a:cubicBezTo>
                  <a:pt x="1315402" y="50641"/>
                  <a:pt x="1323974" y="46831"/>
                  <a:pt x="1335404" y="46831"/>
                </a:cubicBezTo>
                <a:lnTo>
                  <a:pt x="1342072" y="46831"/>
                </a:lnTo>
                <a:lnTo>
                  <a:pt x="1342072" y="40163"/>
                </a:lnTo>
                <a:cubicBezTo>
                  <a:pt x="1342072" y="31591"/>
                  <a:pt x="1340167" y="26829"/>
                  <a:pt x="1332547" y="26829"/>
                </a:cubicBezTo>
                <a:cubicBezTo>
                  <a:pt x="1329690" y="26829"/>
                  <a:pt x="1324927" y="26829"/>
                  <a:pt x="1324927" y="30639"/>
                </a:cubicBezTo>
                <a:cubicBezTo>
                  <a:pt x="1324927" y="30639"/>
                  <a:pt x="1324927" y="30639"/>
                  <a:pt x="1324927" y="31591"/>
                </a:cubicBezTo>
                <a:lnTo>
                  <a:pt x="1327784" y="31591"/>
                </a:lnTo>
                <a:cubicBezTo>
                  <a:pt x="1328737" y="33496"/>
                  <a:pt x="1328737" y="34449"/>
                  <a:pt x="1328737" y="35401"/>
                </a:cubicBezTo>
                <a:cubicBezTo>
                  <a:pt x="1328737" y="38259"/>
                  <a:pt x="1325879" y="40163"/>
                  <a:pt x="1323022" y="40163"/>
                </a:cubicBezTo>
                <a:cubicBezTo>
                  <a:pt x="1319212" y="40163"/>
                  <a:pt x="1317307" y="38259"/>
                  <a:pt x="1317307" y="34449"/>
                </a:cubicBezTo>
                <a:cubicBezTo>
                  <a:pt x="1317307" y="26829"/>
                  <a:pt x="1323974" y="22066"/>
                  <a:pt x="1333499" y="22066"/>
                </a:cubicBezTo>
                <a:close/>
                <a:moveTo>
                  <a:pt x="1222057" y="22066"/>
                </a:moveTo>
                <a:cubicBezTo>
                  <a:pt x="1231582" y="22066"/>
                  <a:pt x="1236345" y="26829"/>
                  <a:pt x="1236345" y="38259"/>
                </a:cubicBezTo>
                <a:lnTo>
                  <a:pt x="1236345" y="66834"/>
                </a:lnTo>
                <a:lnTo>
                  <a:pt x="1243965" y="67786"/>
                </a:lnTo>
                <a:lnTo>
                  <a:pt x="1243965" y="72549"/>
                </a:lnTo>
                <a:lnTo>
                  <a:pt x="1222057" y="72549"/>
                </a:lnTo>
                <a:lnTo>
                  <a:pt x="1222057" y="68739"/>
                </a:lnTo>
                <a:lnTo>
                  <a:pt x="1227772" y="67786"/>
                </a:lnTo>
                <a:lnTo>
                  <a:pt x="1227772" y="39211"/>
                </a:lnTo>
                <a:cubicBezTo>
                  <a:pt x="1227772" y="32544"/>
                  <a:pt x="1226820" y="28734"/>
                  <a:pt x="1219200" y="28734"/>
                </a:cubicBezTo>
                <a:cubicBezTo>
                  <a:pt x="1212532" y="28734"/>
                  <a:pt x="1206817" y="33496"/>
                  <a:pt x="1206817" y="41116"/>
                </a:cubicBezTo>
                <a:lnTo>
                  <a:pt x="1206817" y="66834"/>
                </a:lnTo>
                <a:lnTo>
                  <a:pt x="1212532" y="67786"/>
                </a:lnTo>
                <a:lnTo>
                  <a:pt x="1213485" y="67786"/>
                </a:lnTo>
                <a:lnTo>
                  <a:pt x="1213485" y="71596"/>
                </a:lnTo>
                <a:lnTo>
                  <a:pt x="1191577" y="71596"/>
                </a:lnTo>
                <a:lnTo>
                  <a:pt x="1191577" y="67786"/>
                </a:lnTo>
                <a:lnTo>
                  <a:pt x="1197292" y="66834"/>
                </a:lnTo>
                <a:lnTo>
                  <a:pt x="1197292" y="27781"/>
                </a:lnTo>
                <a:lnTo>
                  <a:pt x="1191577" y="26829"/>
                </a:lnTo>
                <a:lnTo>
                  <a:pt x="1191577" y="23019"/>
                </a:lnTo>
                <a:lnTo>
                  <a:pt x="1204912" y="23019"/>
                </a:lnTo>
                <a:lnTo>
                  <a:pt x="1205865" y="31591"/>
                </a:lnTo>
                <a:cubicBezTo>
                  <a:pt x="1207770" y="26829"/>
                  <a:pt x="1213485" y="22066"/>
                  <a:pt x="1222057" y="22066"/>
                </a:cubicBezTo>
                <a:close/>
                <a:moveTo>
                  <a:pt x="1094422" y="22066"/>
                </a:moveTo>
                <a:cubicBezTo>
                  <a:pt x="1104899" y="22066"/>
                  <a:pt x="1112519" y="28734"/>
                  <a:pt x="1111566" y="43974"/>
                </a:cubicBezTo>
                <a:cubicBezTo>
                  <a:pt x="1111566" y="44926"/>
                  <a:pt x="1111566" y="46831"/>
                  <a:pt x="1111566" y="47784"/>
                </a:cubicBezTo>
                <a:lnTo>
                  <a:pt x="1082039" y="47784"/>
                </a:lnTo>
                <a:cubicBezTo>
                  <a:pt x="1082039" y="59214"/>
                  <a:pt x="1085849" y="66834"/>
                  <a:pt x="1095374" y="66834"/>
                </a:cubicBezTo>
                <a:cubicBezTo>
                  <a:pt x="1102041" y="66834"/>
                  <a:pt x="1104899" y="63976"/>
                  <a:pt x="1107757" y="58261"/>
                </a:cubicBezTo>
                <a:lnTo>
                  <a:pt x="1111566" y="60166"/>
                </a:lnTo>
                <a:cubicBezTo>
                  <a:pt x="1109662" y="67786"/>
                  <a:pt x="1102994" y="72549"/>
                  <a:pt x="1093469" y="72549"/>
                </a:cubicBezTo>
                <a:cubicBezTo>
                  <a:pt x="1079182" y="72549"/>
                  <a:pt x="1072514" y="62071"/>
                  <a:pt x="1072514" y="47784"/>
                </a:cubicBezTo>
                <a:cubicBezTo>
                  <a:pt x="1072514" y="31591"/>
                  <a:pt x="1082039" y="22066"/>
                  <a:pt x="1094422" y="22066"/>
                </a:cubicBezTo>
                <a:close/>
                <a:moveTo>
                  <a:pt x="1287780" y="19209"/>
                </a:moveTo>
                <a:cubicBezTo>
                  <a:pt x="1288733" y="19209"/>
                  <a:pt x="1289685" y="19209"/>
                  <a:pt x="1290637" y="20161"/>
                </a:cubicBezTo>
                <a:lnTo>
                  <a:pt x="1290637" y="27782"/>
                </a:lnTo>
                <a:lnTo>
                  <a:pt x="1282065" y="28734"/>
                </a:lnTo>
                <a:cubicBezTo>
                  <a:pt x="1284922" y="30639"/>
                  <a:pt x="1286828" y="34449"/>
                  <a:pt x="1286828" y="40164"/>
                </a:cubicBezTo>
                <a:cubicBezTo>
                  <a:pt x="1286828" y="50642"/>
                  <a:pt x="1278255" y="57309"/>
                  <a:pt x="1268730" y="57309"/>
                </a:cubicBezTo>
                <a:cubicBezTo>
                  <a:pt x="1265872" y="57309"/>
                  <a:pt x="1264920" y="56357"/>
                  <a:pt x="1263015" y="56357"/>
                </a:cubicBezTo>
                <a:cubicBezTo>
                  <a:pt x="1259205" y="59214"/>
                  <a:pt x="1258253" y="61119"/>
                  <a:pt x="1258253" y="62072"/>
                </a:cubicBezTo>
                <a:cubicBezTo>
                  <a:pt x="1258253" y="63977"/>
                  <a:pt x="1259205" y="63977"/>
                  <a:pt x="1262062" y="63977"/>
                </a:cubicBezTo>
                <a:lnTo>
                  <a:pt x="1270635" y="63977"/>
                </a:lnTo>
                <a:cubicBezTo>
                  <a:pt x="1282065" y="63977"/>
                  <a:pt x="1289685" y="64929"/>
                  <a:pt x="1289685" y="76359"/>
                </a:cubicBezTo>
                <a:cubicBezTo>
                  <a:pt x="1289685" y="85884"/>
                  <a:pt x="1283970" y="91599"/>
                  <a:pt x="1265872" y="91599"/>
                </a:cubicBezTo>
                <a:cubicBezTo>
                  <a:pt x="1251585" y="91599"/>
                  <a:pt x="1246822" y="87789"/>
                  <a:pt x="1245870" y="80169"/>
                </a:cubicBezTo>
                <a:cubicBezTo>
                  <a:pt x="1245870" y="75407"/>
                  <a:pt x="1249680" y="72549"/>
                  <a:pt x="1252537" y="70644"/>
                </a:cubicBezTo>
                <a:cubicBezTo>
                  <a:pt x="1250633" y="68739"/>
                  <a:pt x="1249680" y="66834"/>
                  <a:pt x="1249680" y="64929"/>
                </a:cubicBezTo>
                <a:cubicBezTo>
                  <a:pt x="1249680" y="60167"/>
                  <a:pt x="1253490" y="57309"/>
                  <a:pt x="1258253" y="53499"/>
                </a:cubicBezTo>
                <a:cubicBezTo>
                  <a:pt x="1252537" y="51594"/>
                  <a:pt x="1249680" y="45879"/>
                  <a:pt x="1249680" y="39212"/>
                </a:cubicBezTo>
                <a:cubicBezTo>
                  <a:pt x="1249680" y="29686"/>
                  <a:pt x="1256347" y="21114"/>
                  <a:pt x="1268730" y="21114"/>
                </a:cubicBezTo>
                <a:cubicBezTo>
                  <a:pt x="1273492" y="21114"/>
                  <a:pt x="1277303" y="22066"/>
                  <a:pt x="1279208" y="23972"/>
                </a:cubicBezTo>
                <a:cubicBezTo>
                  <a:pt x="1281112" y="22066"/>
                  <a:pt x="1284922" y="19209"/>
                  <a:pt x="1287780" y="19209"/>
                </a:cubicBezTo>
                <a:close/>
                <a:moveTo>
                  <a:pt x="874395" y="7779"/>
                </a:moveTo>
                <a:lnTo>
                  <a:pt x="874395" y="66834"/>
                </a:lnTo>
                <a:lnTo>
                  <a:pt x="878205" y="66834"/>
                </a:lnTo>
                <a:cubicBezTo>
                  <a:pt x="897255" y="66834"/>
                  <a:pt x="904875" y="55404"/>
                  <a:pt x="905827" y="36354"/>
                </a:cubicBezTo>
                <a:cubicBezTo>
                  <a:pt x="905827" y="13494"/>
                  <a:pt x="896302" y="7779"/>
                  <a:pt x="877252" y="7779"/>
                </a:cubicBezTo>
                <a:close/>
                <a:moveTo>
                  <a:pt x="857250" y="3016"/>
                </a:moveTo>
                <a:lnTo>
                  <a:pt x="880110" y="3016"/>
                </a:lnTo>
                <a:cubicBezTo>
                  <a:pt x="902970" y="3016"/>
                  <a:pt x="916305" y="11589"/>
                  <a:pt x="917258" y="36354"/>
                </a:cubicBezTo>
                <a:cubicBezTo>
                  <a:pt x="917258" y="63976"/>
                  <a:pt x="900113" y="71596"/>
                  <a:pt x="878205" y="71596"/>
                </a:cubicBezTo>
                <a:lnTo>
                  <a:pt x="857250" y="71596"/>
                </a:lnTo>
                <a:lnTo>
                  <a:pt x="857250" y="67786"/>
                </a:lnTo>
                <a:lnTo>
                  <a:pt x="864870" y="66834"/>
                </a:lnTo>
                <a:lnTo>
                  <a:pt x="864870" y="7779"/>
                </a:lnTo>
                <a:lnTo>
                  <a:pt x="857250" y="6826"/>
                </a:lnTo>
                <a:close/>
                <a:moveTo>
                  <a:pt x="624840" y="3016"/>
                </a:moveTo>
                <a:lnTo>
                  <a:pt x="662940" y="3016"/>
                </a:lnTo>
                <a:lnTo>
                  <a:pt x="681990" y="96361"/>
                </a:lnTo>
                <a:lnTo>
                  <a:pt x="730567" y="3016"/>
                </a:lnTo>
                <a:lnTo>
                  <a:pt x="768667" y="3016"/>
                </a:lnTo>
                <a:lnTo>
                  <a:pt x="771525" y="168751"/>
                </a:lnTo>
                <a:lnTo>
                  <a:pt x="730567" y="168751"/>
                </a:lnTo>
                <a:lnTo>
                  <a:pt x="730567" y="71596"/>
                </a:lnTo>
                <a:lnTo>
                  <a:pt x="681990" y="168751"/>
                </a:lnTo>
                <a:lnTo>
                  <a:pt x="660082" y="168751"/>
                </a:lnTo>
                <a:lnTo>
                  <a:pt x="642937" y="71596"/>
                </a:lnTo>
                <a:lnTo>
                  <a:pt x="614362" y="168751"/>
                </a:lnTo>
                <a:lnTo>
                  <a:pt x="572452" y="168751"/>
                </a:lnTo>
                <a:close/>
                <a:moveTo>
                  <a:pt x="188595" y="3016"/>
                </a:moveTo>
                <a:lnTo>
                  <a:pt x="306705" y="3016"/>
                </a:lnTo>
                <a:lnTo>
                  <a:pt x="300990" y="42069"/>
                </a:lnTo>
                <a:lnTo>
                  <a:pt x="182880" y="42069"/>
                </a:lnTo>
                <a:close/>
                <a:moveTo>
                  <a:pt x="79058" y="3016"/>
                </a:moveTo>
                <a:lnTo>
                  <a:pt x="124778" y="3016"/>
                </a:lnTo>
                <a:lnTo>
                  <a:pt x="161925" y="168751"/>
                </a:lnTo>
                <a:lnTo>
                  <a:pt x="121920" y="168751"/>
                </a:lnTo>
                <a:lnTo>
                  <a:pt x="115253" y="136366"/>
                </a:lnTo>
                <a:lnTo>
                  <a:pt x="55245" y="136366"/>
                </a:lnTo>
                <a:lnTo>
                  <a:pt x="41910" y="168751"/>
                </a:lnTo>
                <a:lnTo>
                  <a:pt x="0" y="168751"/>
                </a:lnTo>
                <a:close/>
                <a:moveTo>
                  <a:pt x="1175385" y="2064"/>
                </a:moveTo>
                <a:cubicBezTo>
                  <a:pt x="1179195" y="2064"/>
                  <a:pt x="1182052" y="3017"/>
                  <a:pt x="1182052" y="7779"/>
                </a:cubicBezTo>
                <a:cubicBezTo>
                  <a:pt x="1182052" y="11589"/>
                  <a:pt x="1180147" y="13494"/>
                  <a:pt x="1176337" y="13494"/>
                </a:cubicBezTo>
                <a:cubicBezTo>
                  <a:pt x="1171575" y="13494"/>
                  <a:pt x="1169670" y="10637"/>
                  <a:pt x="1169670" y="7779"/>
                </a:cubicBezTo>
                <a:cubicBezTo>
                  <a:pt x="1169670" y="4922"/>
                  <a:pt x="1171575" y="2064"/>
                  <a:pt x="1175385" y="2064"/>
                </a:cubicBezTo>
                <a:close/>
                <a:moveTo>
                  <a:pt x="1009650" y="2064"/>
                </a:moveTo>
                <a:cubicBezTo>
                  <a:pt x="1013460" y="2064"/>
                  <a:pt x="1016317" y="3017"/>
                  <a:pt x="1016317" y="7779"/>
                </a:cubicBezTo>
                <a:cubicBezTo>
                  <a:pt x="1016317" y="11589"/>
                  <a:pt x="1014412" y="13494"/>
                  <a:pt x="1010602" y="13494"/>
                </a:cubicBezTo>
                <a:cubicBezTo>
                  <a:pt x="1005840" y="13494"/>
                  <a:pt x="1004887" y="10637"/>
                  <a:pt x="1003935" y="7779"/>
                </a:cubicBezTo>
                <a:cubicBezTo>
                  <a:pt x="1003935" y="4922"/>
                  <a:pt x="1005840" y="2064"/>
                  <a:pt x="1009650" y="2064"/>
                </a:cubicBezTo>
                <a:close/>
                <a:moveTo>
                  <a:pt x="384810" y="1111"/>
                </a:moveTo>
                <a:cubicBezTo>
                  <a:pt x="402907" y="1111"/>
                  <a:pt x="416242" y="4921"/>
                  <a:pt x="433387" y="14446"/>
                </a:cubicBezTo>
                <a:lnTo>
                  <a:pt x="425767" y="53499"/>
                </a:lnTo>
                <a:cubicBezTo>
                  <a:pt x="414337" y="44926"/>
                  <a:pt x="402907" y="40164"/>
                  <a:pt x="388620" y="40164"/>
                </a:cubicBezTo>
                <a:cubicBezTo>
                  <a:pt x="360045" y="40164"/>
                  <a:pt x="338137" y="60166"/>
                  <a:pt x="337185" y="87789"/>
                </a:cubicBezTo>
                <a:cubicBezTo>
                  <a:pt x="336232" y="114459"/>
                  <a:pt x="354330" y="131604"/>
                  <a:pt x="380047" y="132556"/>
                </a:cubicBezTo>
                <a:cubicBezTo>
                  <a:pt x="388620" y="132556"/>
                  <a:pt x="404812" y="131604"/>
                  <a:pt x="416242" y="126841"/>
                </a:cubicBezTo>
                <a:lnTo>
                  <a:pt x="410527" y="166846"/>
                </a:lnTo>
                <a:cubicBezTo>
                  <a:pt x="399097" y="171609"/>
                  <a:pt x="381952" y="172561"/>
                  <a:pt x="373380" y="172561"/>
                </a:cubicBezTo>
                <a:cubicBezTo>
                  <a:pt x="325755" y="172561"/>
                  <a:pt x="293370" y="139224"/>
                  <a:pt x="295275" y="90646"/>
                </a:cubicBezTo>
                <a:cubicBezTo>
                  <a:pt x="296227" y="41116"/>
                  <a:pt x="336232" y="1111"/>
                  <a:pt x="384810" y="1111"/>
                </a:cubicBezTo>
                <a:close/>
                <a:moveTo>
                  <a:pt x="968692" y="159"/>
                </a:moveTo>
                <a:lnTo>
                  <a:pt x="984885" y="159"/>
                </a:lnTo>
                <a:lnTo>
                  <a:pt x="984885" y="66834"/>
                </a:lnTo>
                <a:lnTo>
                  <a:pt x="992505" y="67787"/>
                </a:lnTo>
                <a:lnTo>
                  <a:pt x="992505" y="71597"/>
                </a:lnTo>
                <a:lnTo>
                  <a:pt x="968692" y="71597"/>
                </a:lnTo>
                <a:lnTo>
                  <a:pt x="968692" y="67787"/>
                </a:lnTo>
                <a:lnTo>
                  <a:pt x="975360" y="66834"/>
                </a:lnTo>
                <a:lnTo>
                  <a:pt x="975360" y="4922"/>
                </a:lnTo>
                <a:lnTo>
                  <a:pt x="968692" y="3969"/>
                </a:lnTo>
                <a:close/>
                <a:moveTo>
                  <a:pt x="517207" y="158"/>
                </a:moveTo>
                <a:cubicBezTo>
                  <a:pt x="561975" y="3968"/>
                  <a:pt x="590550" y="39211"/>
                  <a:pt x="584835" y="86836"/>
                </a:cubicBezTo>
                <a:cubicBezTo>
                  <a:pt x="580073" y="136366"/>
                  <a:pt x="539115" y="172561"/>
                  <a:pt x="493395" y="169703"/>
                </a:cubicBezTo>
                <a:cubicBezTo>
                  <a:pt x="448627" y="166846"/>
                  <a:pt x="421005" y="130651"/>
                  <a:pt x="425767" y="83026"/>
                </a:cubicBezTo>
                <a:cubicBezTo>
                  <a:pt x="430530" y="33496"/>
                  <a:pt x="471487" y="-2699"/>
                  <a:pt x="517207" y="15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1001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720000" y="1008000"/>
            <a:ext cx="10752000" cy="63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aseline="0"/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Content"/>
          <p:cNvSpPr>
            <a:spLocks noGrp="1"/>
          </p:cNvSpPr>
          <p:nvPr>
            <p:ph sz="quarter" idx="11" hasCustomPrompt="1"/>
          </p:nvPr>
        </p:nvSpPr>
        <p:spPr>
          <a:xfrm>
            <a:off x="720000" y="1742739"/>
            <a:ext cx="10752000" cy="448872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aseline="0"/>
            </a:lvl1pPr>
            <a:lvl2pPr marL="269875" marR="0" indent="-269875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marL="269875" marR="0" lvl="1" indent="-269875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text, tables, charts, smart art, pictures or media</a:t>
            </a:r>
          </a:p>
          <a:p>
            <a:pPr lvl="1"/>
            <a:r>
              <a:rPr lang="en-US" dirty="0"/>
              <a:t>First bullet</a:t>
            </a:r>
          </a:p>
          <a:p>
            <a:pPr lvl="2"/>
            <a:r>
              <a:rPr lang="en-US" dirty="0"/>
              <a:t>Second bullet</a:t>
            </a:r>
          </a:p>
          <a:p>
            <a:pPr lvl="3"/>
            <a:r>
              <a:rPr lang="en-US" dirty="0"/>
              <a:t>Third bullet</a:t>
            </a:r>
          </a:p>
          <a:p>
            <a:pPr lvl="4"/>
            <a:r>
              <a:rPr lang="en-US" dirty="0"/>
              <a:t>Fourth bullet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3"/>
          </p:nvPr>
        </p:nvSpPr>
        <p:spPr/>
        <p:txBody>
          <a:bodyPr>
            <a:noAutofit/>
          </a:bodyPr>
          <a:lstStyle/>
          <a:p>
            <a:fld id="{1D63A241-72CB-43A7-8D33-6D1A2E05F30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4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>
            <a:noAutofit/>
          </a:bodyPr>
          <a:lstStyle/>
          <a:p>
            <a:fld id="{32FB09EE-15B4-4618-B6ED-F0FA1114C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1554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025B1A-13DA-48F2-97CC-488F7E946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3A241-72CB-43A7-8D33-6D1A2E05F30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F7DC2D-8B8D-46A1-A01D-D9957831A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DB7A6-D229-4DC2-B002-C2814599B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B09EE-15B4-4618-B6ED-F0FA1114C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9600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C4D1F-4B49-2D3B-21F4-8D8224042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C07644-2080-2D78-FAB4-F0B3E7829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334D5-8754-2F57-87E4-16F57EE1B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3A241-72CB-43A7-8D33-6D1A2E05F30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242E5-F57F-898C-BEA6-DD99F2CA5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4AA33-7C72-1289-7347-FC17D198F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B09EE-15B4-4618-B6ED-F0FA1114C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48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3525" y="1449389"/>
            <a:ext cx="11664950" cy="47878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>
              <a:spcBef>
                <a:spcPts val="750"/>
              </a:spcBef>
            </a:pPr>
            <a:r>
              <a:rPr lang="en-AU"/>
              <a:t>Level 1 bullet 23pt Arial, round bullet</a:t>
            </a:r>
          </a:p>
          <a:p>
            <a:pPr lvl="2"/>
            <a:r>
              <a:rPr lang="en-AU"/>
              <a:t>Level 2 bullet 19pt Arial, dash bullet</a:t>
            </a:r>
          </a:p>
          <a:p>
            <a:pPr lvl="3"/>
            <a:r>
              <a:rPr lang="en-AU"/>
              <a:t>Level 3 bullet 17pt Arial, square bullet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594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baseline="0">
          <a:solidFill>
            <a:schemeClr val="tx1"/>
          </a:solidFill>
          <a:latin typeface="Arial" panose="020B0604020202020204" pitchFamily="34" charset="0"/>
          <a:ea typeface="AECOM Sans" panose="020B0504020202020204" pitchFamily="34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500" b="0" i="0" kern="1200">
          <a:solidFill>
            <a:schemeClr val="tx1"/>
          </a:solidFill>
          <a:latin typeface="Arial" panose="020B0604020202020204" pitchFamily="34" charset="0"/>
          <a:ea typeface="AECOM Sans Light" panose="020B0404020202020204" pitchFamily="34" charset="0"/>
          <a:cs typeface="Arial" panose="020B0604020202020204" pitchFamily="34" charset="0"/>
        </a:defRPr>
      </a:lvl1pPr>
      <a:lvl2pPr marL="355600" indent="-355600" algn="l" defTabSz="914400" rtl="0" eaLnBrk="1" latinLnBrk="0" hangingPunct="1">
        <a:lnSpc>
          <a:spcPct val="90000"/>
        </a:lnSpc>
        <a:spcBef>
          <a:spcPts val="500"/>
        </a:spcBef>
        <a:buFont typeface="System Font"/>
        <a:buChar char="–"/>
        <a:tabLst/>
        <a:defRPr sz="2500" b="0" i="0" kern="1200">
          <a:solidFill>
            <a:schemeClr val="tx1"/>
          </a:solidFill>
          <a:latin typeface="Arial" panose="020B0604020202020204" pitchFamily="34" charset="0"/>
          <a:ea typeface="AECOM Sans Light" panose="020B0404020202020204" pitchFamily="34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AECOM Sans" panose="020B0504020202020204" pitchFamily="34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ECOM Sans" panose="020B0504020202020204" pitchFamily="34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ECOM Sans" panose="020B050402020202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840">
          <p15:clr>
            <a:srgbClr val="F26B43"/>
          </p15:clr>
        </p15:guide>
        <p15:guide id="4" pos="166">
          <p15:clr>
            <a:srgbClr val="F26B43"/>
          </p15:clr>
        </p15:guide>
        <p15:guide id="5" pos="3727">
          <p15:clr>
            <a:srgbClr val="F26B43"/>
          </p15:clr>
        </p15:guide>
        <p15:guide id="6" pos="2071">
          <p15:clr>
            <a:srgbClr val="F26B43"/>
          </p15:clr>
        </p15:guide>
        <p15:guide id="7" pos="7514">
          <p15:clr>
            <a:srgbClr val="F26B43"/>
          </p15:clr>
        </p15:guide>
        <p15:guide id="8" orient="horz" pos="2160">
          <p15:clr>
            <a:srgbClr val="F26B43"/>
          </p15:clr>
        </p15:guide>
        <p15:guide id="9" orient="horz" pos="164">
          <p15:clr>
            <a:srgbClr val="F26B43"/>
          </p15:clr>
        </p15:guide>
        <p15:guide id="10" orient="horz" pos="4156">
          <p15:clr>
            <a:srgbClr val="F26B43"/>
          </p15:clr>
        </p15:guide>
        <p15:guide id="11" pos="3953">
          <p15:clr>
            <a:srgbClr val="F26B43"/>
          </p15:clr>
        </p15:guide>
        <p15:guide id="12" pos="1844">
          <p15:clr>
            <a:srgbClr val="F26B43"/>
          </p15:clr>
        </p15:guide>
        <p15:guide id="13" pos="5836">
          <p15:clr>
            <a:srgbClr val="F26B43"/>
          </p15:clr>
        </p15:guide>
        <p15:guide id="14" pos="5609">
          <p15:clr>
            <a:srgbClr val="F26B43"/>
          </p15:clr>
        </p15:guide>
        <p15:guide id="16" orient="horz" pos="686">
          <p15:clr>
            <a:srgbClr val="F26B43"/>
          </p15:clr>
        </p15:guide>
        <p15:guide id="17" orient="horz" pos="2047">
          <p15:clr>
            <a:srgbClr val="F26B43"/>
          </p15:clr>
        </p15:guide>
        <p15:guide id="18" orient="horz" pos="2273">
          <p15:clr>
            <a:srgbClr val="F26B43"/>
          </p15:clr>
        </p15:guide>
        <p15:guide id="19" pos="2683">
          <p15:clr>
            <a:srgbClr val="5ACBF0"/>
          </p15:clr>
        </p15:guide>
        <p15:guide id="20" pos="2457">
          <p15:clr>
            <a:srgbClr val="5ACBF0"/>
          </p15:clr>
        </p15:guide>
        <p15:guide id="21" pos="4997">
          <p15:clr>
            <a:srgbClr val="5ACBF0"/>
          </p15:clr>
        </p15:guide>
        <p15:guide id="22" pos="5223">
          <p15:clr>
            <a:srgbClr val="5ACBF0"/>
          </p15:clr>
        </p15:guide>
        <p15:guide id="24" orient="horz" pos="913">
          <p15:clr>
            <a:srgbClr val="F26B43"/>
          </p15:clr>
        </p15:guide>
        <p15:guide id="25" orient="horz" pos="278">
          <p15:clr>
            <a:srgbClr val="F26B43"/>
          </p15:clr>
        </p15:guide>
        <p15:guide id="26" orient="horz" pos="392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1AD72-6956-EABC-9952-D3AA067B8D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Improving </a:t>
            </a:r>
            <a:r>
              <a:rPr lang="en-US" dirty="0">
                <a:solidFill>
                  <a:schemeClr val="accent2"/>
                </a:solidFill>
              </a:rPr>
              <a:t>AI-Readiness</a:t>
            </a:r>
            <a:r>
              <a:rPr lang="en-US" dirty="0">
                <a:solidFill>
                  <a:schemeClr val="bg1"/>
                </a:solidFill>
              </a:rPr>
              <a:t> of </a:t>
            </a:r>
            <a:r>
              <a:rPr lang="en-US" b="1" dirty="0">
                <a:solidFill>
                  <a:schemeClr val="bg1"/>
                </a:solidFill>
              </a:rPr>
              <a:t>Knowledge Articles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Using Data-Driven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1F5EA-3B45-C349-7D3C-665AF72C12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 clustering-based framework to support enterprise AI assistants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56C81F-653D-4B2C-32E4-F72FB74E02FE}"/>
              </a:ext>
            </a:extLst>
          </p:cNvPr>
          <p:cNvSpPr txBox="1"/>
          <p:nvPr/>
        </p:nvSpPr>
        <p:spPr>
          <a:xfrm>
            <a:off x="823731" y="5633059"/>
            <a:ext cx="10544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Aicel Mae Alvarez     |      Capstone Project     |      Postgraduate Diploma in AI and Machine Learning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701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1,600+ Missing File Icon Stock Illustrations, Royalty-Free Vector Graphics  &amp; Clip Art - iStock">
            <a:extLst>
              <a:ext uri="{FF2B5EF4-FFF2-40B4-BE49-F238E27FC236}">
                <a16:creationId xmlns:a16="http://schemas.microsoft.com/office/drawing/2014/main" id="{9814A23D-09DF-249B-1087-DB031123C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83" y="2664509"/>
            <a:ext cx="3254174" cy="3254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91F5F58-2534-572F-54D1-F366A9FCBDF1}"/>
              </a:ext>
            </a:extLst>
          </p:cNvPr>
          <p:cNvSpPr/>
          <p:nvPr/>
        </p:nvSpPr>
        <p:spPr>
          <a:xfrm>
            <a:off x="324091" y="300942"/>
            <a:ext cx="11389489" cy="8333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600" b="1" dirty="0"/>
              <a:t>The Business Problem</a:t>
            </a:r>
            <a:endParaRPr lang="en-US" sz="3600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6D2026-31EB-9256-9F17-6AE6687F6A5A}"/>
              </a:ext>
            </a:extLst>
          </p:cNvPr>
          <p:cNvSpPr/>
          <p:nvPr/>
        </p:nvSpPr>
        <p:spPr>
          <a:xfrm>
            <a:off x="2455762" y="1976096"/>
            <a:ext cx="7280476" cy="59030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AI assistants are only </a:t>
            </a:r>
            <a:r>
              <a:rPr lang="en-US" i="1" dirty="0">
                <a:solidFill>
                  <a:schemeClr val="accent4"/>
                </a:solidFill>
              </a:rPr>
              <a:t>as good as </a:t>
            </a:r>
            <a:r>
              <a:rPr lang="en-US" i="1" dirty="0"/>
              <a:t>the knowledge they retrieve.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DA467B4-8053-A307-3788-B3C031C37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8315" y="3117278"/>
            <a:ext cx="622717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Knowledge articles vary widely in structure and clarity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Poorly structured content leads to: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Incorrect AI answers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user trust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case volumes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audits of knowledge quality do not scale</a:t>
            </a:r>
          </a:p>
        </p:txBody>
      </p:sp>
    </p:spTree>
    <p:extLst>
      <p:ext uri="{BB962C8B-B14F-4D97-AF65-F5344CB8AC3E}">
        <p14:creationId xmlns:p14="http://schemas.microsoft.com/office/powerpoint/2010/main" val="4088440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CF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97083A-F537-A6EA-2A6C-703C31DC5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ead outline and magnifying glass">
            <a:extLst>
              <a:ext uri="{FF2B5EF4-FFF2-40B4-BE49-F238E27FC236}">
                <a16:creationId xmlns:a16="http://schemas.microsoft.com/office/drawing/2014/main" id="{ECE8B8AB-CD92-172C-F481-C14E1E373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7" t="8647" b="6978"/>
          <a:stretch>
            <a:fillRect/>
          </a:stretch>
        </p:blipFill>
        <p:spPr>
          <a:xfrm>
            <a:off x="0" y="0"/>
            <a:ext cx="11613266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3178E9A-17F8-F74C-7536-9407A5EE66DD}"/>
              </a:ext>
            </a:extLst>
          </p:cNvPr>
          <p:cNvSpPr/>
          <p:nvPr/>
        </p:nvSpPr>
        <p:spPr>
          <a:xfrm>
            <a:off x="324091" y="300942"/>
            <a:ext cx="11389489" cy="8333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/>
              <a:t>Why This Matters for AI </a:t>
            </a:r>
            <a:r>
              <a:rPr lang="en-US" sz="3600" dirty="0"/>
              <a:t>(</a:t>
            </a:r>
            <a:r>
              <a:rPr lang="en-US" sz="3600" dirty="0" err="1"/>
              <a:t>Moveworks</a:t>
            </a:r>
            <a:r>
              <a:rPr lang="en-US" sz="3600" dirty="0"/>
              <a:t> Context)</a:t>
            </a:r>
            <a:endParaRPr lang="en-US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286068-5B73-9167-9C56-6D4E9CE7CAC7}"/>
              </a:ext>
            </a:extLst>
          </p:cNvPr>
          <p:cNvSpPr txBox="1"/>
          <p:nvPr/>
        </p:nvSpPr>
        <p:spPr>
          <a:xfrm>
            <a:off x="324091" y="4198957"/>
            <a:ext cx="609407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ECOM Sans XBold" panose="020B0804020202020204" pitchFamily="34" charset="0"/>
                <a:cs typeface="AECOM Sans XBold" panose="020B0804020202020204" pitchFamily="34" charset="0"/>
              </a:rPr>
              <a:t>AI-ready knowledge </a:t>
            </a:r>
          </a:p>
          <a:p>
            <a:endParaRPr lang="en-US" sz="2000" dirty="0">
              <a:latin typeface="AECOM Sans XBold" panose="020B0804020202020204" pitchFamily="34" charset="0"/>
              <a:cs typeface="AECOM Sans XBold" panose="020B0804020202020204" pitchFamily="34" charset="0"/>
            </a:endParaRPr>
          </a:p>
          <a:p>
            <a:r>
              <a:rPr lang="en-US" sz="2000" dirty="0">
                <a:latin typeface="AECOM Sans XBold" panose="020B0804020202020204" pitchFamily="34" charset="0"/>
                <a:cs typeface="AECOM Sans XBold" panose="020B0804020202020204" pitchFamily="34" charset="0"/>
              </a:rPr>
              <a:t>is a </a:t>
            </a:r>
            <a:r>
              <a:rPr lang="en-US" sz="2000" dirty="0">
                <a:solidFill>
                  <a:schemeClr val="accent1"/>
                </a:solidFill>
                <a:latin typeface="AECOM Sans XBold" panose="020B0804020202020204" pitchFamily="34" charset="0"/>
                <a:cs typeface="AECOM Sans XBold" panose="020B0804020202020204" pitchFamily="34" charset="0"/>
              </a:rPr>
              <a:t>prerequisite</a:t>
            </a:r>
          </a:p>
          <a:p>
            <a:endParaRPr lang="en-US" sz="2000" dirty="0">
              <a:solidFill>
                <a:schemeClr val="accent1"/>
              </a:solidFill>
              <a:latin typeface="AECOM Sans XBold" panose="020B0804020202020204" pitchFamily="34" charset="0"/>
              <a:cs typeface="AECOM Sans XBold" panose="020B0804020202020204" pitchFamily="34" charset="0"/>
            </a:endParaRPr>
          </a:p>
          <a:p>
            <a:r>
              <a:rPr lang="en-US" sz="2000" dirty="0">
                <a:latin typeface="AECOM Sans XBold" panose="020B0804020202020204" pitchFamily="34" charset="0"/>
                <a:cs typeface="AECOM Sans XBold" panose="020B0804020202020204" pitchFamily="34" charset="0"/>
              </a:rPr>
              <a:t>for reliable self-service.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EB055D1-93B3-3553-8F32-02C24BDCF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0547" y="3061638"/>
            <a:ext cx="3673033" cy="329320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Retrieval-Augmented Generation (RAG) depends on: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steps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Scannable structure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Consistent formatting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all knowledge articles are equally usable by AI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Today,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no objective way to prioritize improvements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470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D9100-E587-18D4-AC33-E4196BDF4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33E413-0228-45BB-D911-AF9FBF9D8FF2}"/>
              </a:ext>
            </a:extLst>
          </p:cNvPr>
          <p:cNvSpPr/>
          <p:nvPr/>
        </p:nvSpPr>
        <p:spPr>
          <a:xfrm>
            <a:off x="324091" y="300942"/>
            <a:ext cx="11389489" cy="8333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600" b="1" dirty="0"/>
              <a:t>The Proposed Solution </a:t>
            </a:r>
            <a:r>
              <a:rPr lang="en-GB" sz="3600" dirty="0"/>
              <a:t>(High Level)</a:t>
            </a:r>
            <a:endParaRPr lang="en-US" sz="36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6720C34-2E97-B5FC-FA15-949AEC4AC3AE}"/>
              </a:ext>
            </a:extLst>
          </p:cNvPr>
          <p:cNvSpPr/>
          <p:nvPr/>
        </p:nvSpPr>
        <p:spPr>
          <a:xfrm>
            <a:off x="582592" y="2129741"/>
            <a:ext cx="3634451" cy="36344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Automatically </a:t>
            </a:r>
            <a:r>
              <a:rPr lang="en-US" b="1" dirty="0">
                <a:solidFill>
                  <a:schemeClr val="accent4"/>
                </a:solidFill>
              </a:rPr>
              <a:t>group</a:t>
            </a:r>
            <a:r>
              <a:rPr lang="en-US" b="1" dirty="0"/>
              <a:t> knowledge articles by </a:t>
            </a:r>
            <a:r>
              <a:rPr lang="en-US" b="1" dirty="0">
                <a:solidFill>
                  <a:schemeClr val="accent4"/>
                </a:solidFill>
              </a:rPr>
              <a:t>structural readiness</a:t>
            </a:r>
            <a:r>
              <a:rPr lang="en-US" b="1" dirty="0"/>
              <a:t>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4625E18-79EE-35D6-52BB-717A0E304C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6371107"/>
              </p:ext>
            </p:extLst>
          </p:nvPr>
        </p:nvGraphicFramePr>
        <p:xfrm>
          <a:off x="4973256" y="925974"/>
          <a:ext cx="6740324" cy="4328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13CA7DA-58DA-7BEA-8E42-CEFE846D9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898" y="4490216"/>
            <a:ext cx="571146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machine learning to group articles by structure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distinct “article archetypes”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targeted improvement instead of blanket rewrites</a:t>
            </a:r>
          </a:p>
        </p:txBody>
      </p:sp>
    </p:spTree>
    <p:extLst>
      <p:ext uri="{BB962C8B-B14F-4D97-AF65-F5344CB8AC3E}">
        <p14:creationId xmlns:p14="http://schemas.microsoft.com/office/powerpoint/2010/main" val="1083696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BBAD7-CB29-6AE5-CF57-F33CF9E98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43D120-E320-B529-F12F-EB4784A2E6AB}"/>
              </a:ext>
            </a:extLst>
          </p:cNvPr>
          <p:cNvSpPr/>
          <p:nvPr/>
        </p:nvSpPr>
        <p:spPr>
          <a:xfrm>
            <a:off x="324091" y="300942"/>
            <a:ext cx="11389489" cy="8333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/>
              <a:t>What the Model Revealed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374FE84-E697-9B0C-49B5-5C9352E4FA2B}"/>
              </a:ext>
            </a:extLst>
          </p:cNvPr>
          <p:cNvSpPr/>
          <p:nvPr/>
        </p:nvSpPr>
        <p:spPr>
          <a:xfrm>
            <a:off x="590309" y="2219445"/>
            <a:ext cx="3808071" cy="230336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Knowledge articles naturally fall into a small number of 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structural archetypes.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5E7713F7-218D-BA14-8734-A10460F7F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1689407"/>
            <a:ext cx="622718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Three distinct article groups identified: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 0 (Majority):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Baseline or inconsistently structured articles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 1: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Moderately structured articles with partial instructional clarity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 2 (Smallest):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Highly structured, step-based, AI-ready content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Highly structured articles represent a small portion of the overall knowledge base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8D97682-60C5-1CC9-39F3-164AAEB08410}"/>
              </a:ext>
            </a:extLst>
          </p:cNvPr>
          <p:cNvSpPr/>
          <p:nvPr/>
        </p:nvSpPr>
        <p:spPr>
          <a:xfrm>
            <a:off x="821802" y="5845215"/>
            <a:ext cx="10394065" cy="5960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Most content requires structural improvement to consistently support AI-driven self-service.</a:t>
            </a:r>
          </a:p>
        </p:txBody>
      </p:sp>
    </p:spTree>
    <p:extLst>
      <p:ext uri="{BB962C8B-B14F-4D97-AF65-F5344CB8AC3E}">
        <p14:creationId xmlns:p14="http://schemas.microsoft.com/office/powerpoint/2010/main" val="3364755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5EF2C-452A-C650-3DFB-ADB33BA64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Pie chart and stacks">
            <a:extLst>
              <a:ext uri="{FF2B5EF4-FFF2-40B4-BE49-F238E27FC236}">
                <a16:creationId xmlns:a16="http://schemas.microsoft.com/office/drawing/2014/main" id="{EA588A4D-A16B-909F-3AD8-552222317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93" b="8898"/>
          <a:stretch>
            <a:fillRect/>
          </a:stretch>
        </p:blipFill>
        <p:spPr>
          <a:xfrm>
            <a:off x="-1" y="1"/>
            <a:ext cx="563687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04C55B2-212C-39BC-6C94-14CC694B0646}"/>
              </a:ext>
            </a:extLst>
          </p:cNvPr>
          <p:cNvSpPr/>
          <p:nvPr/>
        </p:nvSpPr>
        <p:spPr>
          <a:xfrm>
            <a:off x="324091" y="300942"/>
            <a:ext cx="11389489" cy="8333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/>
              <a:t>Business Value &amp; ROI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809F722-CAAE-7636-6288-1DF1AC33E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4552" y="3571047"/>
            <a:ext cx="447361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AI Performance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latin typeface="Arial" panose="020B0604020202020204" pitchFamily="34" charset="0"/>
              </a:rPr>
              <a:t>Improved answer consistency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latin typeface="Arial" panose="020B0604020202020204" pitchFamily="34" charset="0"/>
              </a:rPr>
              <a:t>Higher self-service success rate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B40589-8C7D-C92B-C64B-12A27C6729F0}"/>
              </a:ext>
            </a:extLst>
          </p:cNvPr>
          <p:cNvSpPr txBox="1"/>
          <p:nvPr/>
        </p:nvSpPr>
        <p:spPr>
          <a:xfrm>
            <a:off x="303835" y="1208260"/>
            <a:ext cx="426816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This enables </a:t>
            </a:r>
            <a:r>
              <a:rPr lang="en-US" sz="2400" b="1" dirty="0">
                <a:solidFill>
                  <a:schemeClr val="accent1"/>
                </a:solidFill>
              </a:rPr>
              <a:t>smarter investment</a:t>
            </a:r>
          </a:p>
          <a:p>
            <a:r>
              <a:rPr lang="en-US" sz="2400" dirty="0">
                <a:solidFill>
                  <a:schemeClr val="tx2"/>
                </a:solidFill>
              </a:rPr>
              <a:t>in knowledge </a:t>
            </a:r>
          </a:p>
          <a:p>
            <a:r>
              <a:rPr lang="en-US" sz="2400" dirty="0">
                <a:solidFill>
                  <a:schemeClr val="tx2"/>
                </a:solidFill>
              </a:rPr>
              <a:t>improvement.</a:t>
            </a:r>
          </a:p>
        </p:txBody>
      </p:sp>
      <p:pic>
        <p:nvPicPr>
          <p:cNvPr id="15" name="Graphic 14" descr="Comment Like with solid fill">
            <a:extLst>
              <a:ext uri="{FF2B5EF4-FFF2-40B4-BE49-F238E27FC236}">
                <a16:creationId xmlns:a16="http://schemas.microsoft.com/office/drawing/2014/main" id="{0F6AE31D-B668-146D-37AB-59003BD2F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00152" y="5180740"/>
            <a:ext cx="914400" cy="914400"/>
          </a:xfrm>
          <a:prstGeom prst="rect">
            <a:avLst/>
          </a:prstGeom>
        </p:spPr>
      </p:pic>
      <p:pic>
        <p:nvPicPr>
          <p:cNvPr id="17" name="Graphic 16" descr="Artificial Intelligence with solid fill">
            <a:extLst>
              <a:ext uri="{FF2B5EF4-FFF2-40B4-BE49-F238E27FC236}">
                <a16:creationId xmlns:a16="http://schemas.microsoft.com/office/drawing/2014/main" id="{A27FFA16-66C1-057F-5F3C-652CC3C29D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00152" y="3575512"/>
            <a:ext cx="914400" cy="914400"/>
          </a:xfrm>
          <a:prstGeom prst="rect">
            <a:avLst/>
          </a:prstGeom>
        </p:spPr>
      </p:pic>
      <p:pic>
        <p:nvPicPr>
          <p:cNvPr id="19" name="Graphic 18" descr="Coins with solid fill">
            <a:extLst>
              <a:ext uri="{FF2B5EF4-FFF2-40B4-BE49-F238E27FC236}">
                <a16:creationId xmlns:a16="http://schemas.microsoft.com/office/drawing/2014/main" id="{3265F406-7347-08B6-2685-E2DA974100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00152" y="1811661"/>
            <a:ext cx="914400" cy="914400"/>
          </a:xfrm>
          <a:prstGeom prst="rect">
            <a:avLst/>
          </a:prstGeom>
        </p:spPr>
      </p:pic>
      <p:sp>
        <p:nvSpPr>
          <p:cNvPr id="20" name="Rectangle 1">
            <a:extLst>
              <a:ext uri="{FF2B5EF4-FFF2-40B4-BE49-F238E27FC236}">
                <a16:creationId xmlns:a16="http://schemas.microsoft.com/office/drawing/2014/main" id="{3E9C9A34-DCCD-0D72-6776-0FFDE9573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4552" y="1684355"/>
            <a:ext cx="447361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Cost Efficiency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latin typeface="Arial" panose="020B0604020202020204" pitchFamily="34" charset="0"/>
              </a:rPr>
              <a:t>Reduced low-impact article updates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latin typeface="Arial" panose="020B0604020202020204" pitchFamily="34" charset="0"/>
              </a:rPr>
              <a:t>More focused remediation effort</a:t>
            </a: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07C93A2F-AE79-8D6F-B1F6-DD98D18FE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6951" y="5180740"/>
            <a:ext cx="447361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Employee Experience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latin typeface="Arial" panose="020B0604020202020204" pitchFamily="34" charset="0"/>
              </a:rPr>
              <a:t>Faster time-to-answer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latin typeface="Arial" panose="020B0604020202020204" pitchFamily="34" charset="0"/>
              </a:rPr>
              <a:t>Increased trust in AI tools</a:t>
            </a:r>
          </a:p>
        </p:txBody>
      </p:sp>
    </p:spTree>
    <p:extLst>
      <p:ext uri="{BB962C8B-B14F-4D97-AF65-F5344CB8AC3E}">
        <p14:creationId xmlns:p14="http://schemas.microsoft.com/office/powerpoint/2010/main" val="3472045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29220-5304-964B-CD84-B1982FB35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FC70AF-3F35-7A74-F91D-D695DDE08329}"/>
              </a:ext>
            </a:extLst>
          </p:cNvPr>
          <p:cNvSpPr/>
          <p:nvPr/>
        </p:nvSpPr>
        <p:spPr>
          <a:xfrm>
            <a:off x="324091" y="300942"/>
            <a:ext cx="11389489" cy="8333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/>
              <a:t>Risks &amp; How They Are Managed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483BEF-95D7-3D4F-3748-B327AC902B52}"/>
              </a:ext>
            </a:extLst>
          </p:cNvPr>
          <p:cNvSpPr txBox="1"/>
          <p:nvPr/>
        </p:nvSpPr>
        <p:spPr>
          <a:xfrm>
            <a:off x="3255380" y="1753736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risks are understood and actively mitigated.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E3BF3B6-A337-D4AD-8030-F3623F1E5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981952"/>
              </p:ext>
            </p:extLst>
          </p:nvPr>
        </p:nvGraphicFramePr>
        <p:xfrm>
          <a:off x="937548" y="3111818"/>
          <a:ext cx="10197298" cy="1463040"/>
        </p:xfrm>
        <a:graphic>
          <a:graphicData uri="http://schemas.openxmlformats.org/drawingml/2006/table">
            <a:tbl>
              <a:tblPr/>
              <a:tblGrid>
                <a:gridCol w="5098649">
                  <a:extLst>
                    <a:ext uri="{9D8B030D-6E8A-4147-A177-3AD203B41FA5}">
                      <a16:colId xmlns:a16="http://schemas.microsoft.com/office/drawing/2014/main" val="1204986346"/>
                    </a:ext>
                  </a:extLst>
                </a:gridCol>
                <a:gridCol w="5098649">
                  <a:extLst>
                    <a:ext uri="{9D8B030D-6E8A-4147-A177-3AD203B41FA5}">
                      <a16:colId xmlns:a16="http://schemas.microsoft.com/office/drawing/2014/main" val="31441824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Risk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Mitigation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33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Over-prioritizing “popular” content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Structure-based grouping, not usage-based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570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Penalizing technical or code-heavy articles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Clusters treated as archetypes, not rankings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184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Misuse as a quality score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Governance: clusters guide action, not judgment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92684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FBA2FDC-14DB-4687-6A3F-D2855454EA55}"/>
              </a:ext>
            </a:extLst>
          </p:cNvPr>
          <p:cNvSpPr txBox="1"/>
          <p:nvPr/>
        </p:nvSpPr>
        <p:spPr>
          <a:xfrm>
            <a:off x="2711370" y="5563608"/>
            <a:ext cx="67451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1" dirty="0">
                <a:solidFill>
                  <a:schemeClr val="accent1"/>
                </a:solidFill>
              </a:rPr>
              <a:t>Clusters are intended as decision-support signals and </a:t>
            </a:r>
          </a:p>
          <a:p>
            <a:pPr algn="ctr"/>
            <a:r>
              <a:rPr lang="en-US" sz="1600" i="1" dirty="0">
                <a:solidFill>
                  <a:schemeClr val="accent1"/>
                </a:solidFill>
              </a:rPr>
              <a:t>must be interpreted within existing KM governance processes.</a:t>
            </a:r>
          </a:p>
        </p:txBody>
      </p:sp>
    </p:spTree>
    <p:extLst>
      <p:ext uri="{BB962C8B-B14F-4D97-AF65-F5344CB8AC3E}">
        <p14:creationId xmlns:p14="http://schemas.microsoft.com/office/powerpoint/2010/main" val="2875717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BBBED-2804-BE16-6E61-E7C5F0207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People with tablet">
            <a:extLst>
              <a:ext uri="{FF2B5EF4-FFF2-40B4-BE49-F238E27FC236}">
                <a16:creationId xmlns:a16="http://schemas.microsoft.com/office/drawing/2014/main" id="{74C75395-686A-440F-9DDC-737065454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3" r="29427"/>
          <a:stretch>
            <a:fillRect/>
          </a:stretch>
        </p:blipFill>
        <p:spPr>
          <a:xfrm>
            <a:off x="6095999" y="0"/>
            <a:ext cx="6096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BADC7D-5176-5A41-7BB3-3D800314FCBC}"/>
              </a:ext>
            </a:extLst>
          </p:cNvPr>
          <p:cNvSpPr/>
          <p:nvPr/>
        </p:nvSpPr>
        <p:spPr>
          <a:xfrm>
            <a:off x="324091" y="300942"/>
            <a:ext cx="11389489" cy="8333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/>
              <a:t>Strategic Use Cases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70B75E8-44B4-3D28-5488-FF583D506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91" y="1859339"/>
            <a:ext cx="530668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can this be used in practice: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Prioritize articles for AI-readiness remediation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Tailor authoring guidelines by article type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KM governance and quality audits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 content systematically for AI ingestion</a:t>
            </a:r>
          </a:p>
        </p:txBody>
      </p:sp>
    </p:spTree>
    <p:extLst>
      <p:ext uri="{BB962C8B-B14F-4D97-AF65-F5344CB8AC3E}">
        <p14:creationId xmlns:p14="http://schemas.microsoft.com/office/powerpoint/2010/main" val="1601858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7165F-DBF9-6DEE-8D38-C08BD291F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409F6F-15F4-18BC-1C2E-7B0077D97B09}"/>
              </a:ext>
            </a:extLst>
          </p:cNvPr>
          <p:cNvSpPr/>
          <p:nvPr/>
        </p:nvSpPr>
        <p:spPr>
          <a:xfrm>
            <a:off x="324091" y="300942"/>
            <a:ext cx="11389489" cy="8333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/>
              <a:t>Why This Approach Is Safe and Scalable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27519B0-8F1F-03EC-830B-B58985823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9726" y="2205930"/>
            <a:ext cx="733834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personal or demographic data used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Transparent and explainable methodology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without labeled training data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Adaptable to different knowledge domains</a:t>
            </a:r>
          </a:p>
        </p:txBody>
      </p:sp>
      <p:pic>
        <p:nvPicPr>
          <p:cNvPr id="9" name="Graphic 8" descr="Search Inventory with solid fill">
            <a:extLst>
              <a:ext uri="{FF2B5EF4-FFF2-40B4-BE49-F238E27FC236}">
                <a16:creationId xmlns:a16="http://schemas.microsoft.com/office/drawing/2014/main" id="{F41389F2-7CA0-60FC-0FAB-E74B140C2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52891" y="4214635"/>
            <a:ext cx="799595" cy="799595"/>
          </a:xfrm>
          <a:prstGeom prst="rect">
            <a:avLst/>
          </a:prstGeom>
        </p:spPr>
      </p:pic>
      <p:pic>
        <p:nvPicPr>
          <p:cNvPr id="13" name="Graphic 12" descr="Shield Tick with solid fill">
            <a:extLst>
              <a:ext uri="{FF2B5EF4-FFF2-40B4-BE49-F238E27FC236}">
                <a16:creationId xmlns:a16="http://schemas.microsoft.com/office/drawing/2014/main" id="{4C3AD408-BA72-4F88-FC9D-F61C7E912F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42415" y="2008574"/>
            <a:ext cx="799595" cy="799595"/>
          </a:xfrm>
          <a:prstGeom prst="rect">
            <a:avLst/>
          </a:prstGeom>
        </p:spPr>
      </p:pic>
      <p:pic>
        <p:nvPicPr>
          <p:cNvPr id="19" name="Graphic 18" descr="Workflow with solid fill">
            <a:extLst>
              <a:ext uri="{FF2B5EF4-FFF2-40B4-BE49-F238E27FC236}">
                <a16:creationId xmlns:a16="http://schemas.microsoft.com/office/drawing/2014/main" id="{7A487159-5948-AE9C-9E2D-9DDC733146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69451" y="3067131"/>
            <a:ext cx="872559" cy="872559"/>
          </a:xfrm>
          <a:prstGeom prst="rect">
            <a:avLst/>
          </a:prstGeom>
        </p:spPr>
      </p:pic>
      <p:pic>
        <p:nvPicPr>
          <p:cNvPr id="21" name="Graphic 20" descr="Books with solid fill">
            <a:extLst>
              <a:ext uri="{FF2B5EF4-FFF2-40B4-BE49-F238E27FC236}">
                <a16:creationId xmlns:a16="http://schemas.microsoft.com/office/drawing/2014/main" id="{BF4BBD0B-6228-8221-3900-9D3B46F270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15378" y="5335473"/>
            <a:ext cx="799596" cy="79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52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85E7E-0BD7-1A7C-91A7-03D42F25C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802738-7526-C06E-1979-7E622C819325}"/>
              </a:ext>
            </a:extLst>
          </p:cNvPr>
          <p:cNvSpPr/>
          <p:nvPr/>
        </p:nvSpPr>
        <p:spPr>
          <a:xfrm>
            <a:off x="324091" y="300942"/>
            <a:ext cx="11389489" cy="8333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/>
              <a:t>Strategic Outlook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8BF42C-4471-A0E2-33AA-FA32BAD7793D}"/>
              </a:ext>
            </a:extLst>
          </p:cNvPr>
          <p:cNvSpPr txBox="1"/>
          <p:nvPr/>
        </p:nvSpPr>
        <p:spPr>
          <a:xfrm>
            <a:off x="324091" y="1513682"/>
            <a:ext cx="68898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 </a:t>
            </a:r>
            <a:r>
              <a:rPr lang="en-US" sz="2800" b="1" dirty="0">
                <a:solidFill>
                  <a:schemeClr val="accent1"/>
                </a:solidFill>
              </a:rPr>
              <a:t>practical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chemeClr val="accent1"/>
                </a:solidFill>
              </a:rPr>
              <a:t>foundation</a:t>
            </a:r>
            <a:r>
              <a:rPr lang="en-US" sz="2800" b="1" dirty="0"/>
              <a:t> </a:t>
            </a:r>
          </a:p>
          <a:p>
            <a:r>
              <a:rPr lang="en-US" sz="2800" b="1" dirty="0"/>
              <a:t>for AI-ready knowledge </a:t>
            </a:r>
          </a:p>
          <a:p>
            <a:r>
              <a:rPr lang="en-US" sz="2800" b="1" dirty="0">
                <a:solidFill>
                  <a:schemeClr val="accent1"/>
                </a:solidFill>
              </a:rPr>
              <a:t>at scale.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0F2E81B-94E5-B87B-3B1B-ABCBD460A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91" y="3429000"/>
            <a:ext cx="5347504" cy="715089"/>
          </a:xfrm>
          <a:prstGeom prst="roundRect">
            <a:avLst/>
          </a:prstGeom>
          <a:solidFill>
            <a:schemeClr val="tx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Provides objective insight into knowledge structure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C9D0C1-B2DA-E15C-6385-0742B480E882}"/>
              </a:ext>
            </a:extLst>
          </p:cNvPr>
          <p:cNvSpPr txBox="1"/>
          <p:nvPr/>
        </p:nvSpPr>
        <p:spPr>
          <a:xfrm>
            <a:off x="6690168" y="4601917"/>
            <a:ext cx="42479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Apply framework to internal knowledge base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Align clusters with authoring standards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Integrate into KM review cycles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A65A9F0-709A-A570-D78F-ED491D3AD6FD}"/>
              </a:ext>
            </a:extLst>
          </p:cNvPr>
          <p:cNvSpPr/>
          <p:nvPr/>
        </p:nvSpPr>
        <p:spPr>
          <a:xfrm>
            <a:off x="6690168" y="3379306"/>
            <a:ext cx="5023412" cy="1477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NEXT STEPS</a:t>
            </a:r>
            <a:endParaRPr lang="en-US" b="1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DEE10C8D-305A-C970-AFEA-3EE798B37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91" y="4467657"/>
            <a:ext cx="5347504" cy="408623"/>
          </a:xfrm>
          <a:prstGeom prst="roundRect">
            <a:avLst/>
          </a:prstGeom>
          <a:solidFill>
            <a:schemeClr val="tx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Enables targeted, high-impact improvements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ADBCA108-FEB9-95FE-4942-3CD908AB2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91" y="5255643"/>
            <a:ext cx="5347504" cy="715089"/>
          </a:xfrm>
          <a:prstGeom prst="roundRect">
            <a:avLst/>
          </a:prstGeom>
          <a:solidFill>
            <a:schemeClr val="tx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Supports long-term AI strategy without heavy overhead</a:t>
            </a:r>
          </a:p>
        </p:txBody>
      </p:sp>
    </p:spTree>
    <p:extLst>
      <p:ext uri="{BB962C8B-B14F-4D97-AF65-F5344CB8AC3E}">
        <p14:creationId xmlns:p14="http://schemas.microsoft.com/office/powerpoint/2010/main" val="729980147"/>
      </p:ext>
    </p:extLst>
  </p:cSld>
  <p:clrMapOvr>
    <a:masterClrMapping/>
  </p:clrMapOvr>
</p:sld>
</file>

<file path=ppt/theme/theme1.xml><?xml version="1.0" encoding="utf-8"?>
<a:theme xmlns:a="http://schemas.openxmlformats.org/drawingml/2006/main" name="AECOM branding">
  <a:themeElements>
    <a:clrScheme name="AECOM">
      <a:dk1>
        <a:srgbClr val="000000"/>
      </a:dk1>
      <a:lt1>
        <a:srgbClr val="FFFFFF"/>
      </a:lt1>
      <a:dk2>
        <a:srgbClr val="00353E"/>
      </a:dk2>
      <a:lt2>
        <a:srgbClr val="DAD8CC"/>
      </a:lt2>
      <a:accent1>
        <a:srgbClr val="008768"/>
      </a:accent1>
      <a:accent2>
        <a:srgbClr val="AECC53"/>
      </a:accent2>
      <a:accent3>
        <a:srgbClr val="009A9B"/>
      </a:accent3>
      <a:accent4>
        <a:srgbClr val="FFCE00"/>
      </a:accent4>
      <a:accent5>
        <a:srgbClr val="E52713"/>
      </a:accent5>
      <a:accent6>
        <a:srgbClr val="C70C6F"/>
      </a:accent6>
      <a:hlink>
        <a:srgbClr val="008768"/>
      </a:hlink>
      <a:folHlink>
        <a:srgbClr val="00876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ECOM branding" id="{860A43D3-07F7-4BC3-82DE-FFDB268CE5B0}" vid="{94632621-973A-490B-A853-2D70DF1703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77</TotalTime>
  <Words>462</Words>
  <Application>Microsoft Office PowerPoint</Application>
  <PresentationFormat>Widescreen</PresentationFormat>
  <Paragraphs>111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AECOM Sans XBold</vt:lpstr>
      <vt:lpstr>Arial</vt:lpstr>
      <vt:lpstr>Courier New</vt:lpstr>
      <vt:lpstr>System Font</vt:lpstr>
      <vt:lpstr>Wingdings</vt:lpstr>
      <vt:lpstr>AECOM branding</vt:lpstr>
      <vt:lpstr>Improving AI-Readiness of Knowledge Articles  Using Data-Driven Insights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Alvarez, Aicel</dc:creator>
  <cp:lastModifiedBy>Alvarez, Aicel</cp:lastModifiedBy>
  <cp:revision>1</cp:revision>
  <dcterms:created xsi:type="dcterms:W3CDTF">2026-01-05T16:59:57Z</dcterms:created>
  <dcterms:modified xsi:type="dcterms:W3CDTF">2026-01-05T18:17:21Z</dcterms:modified>
</cp:coreProperties>
</file>